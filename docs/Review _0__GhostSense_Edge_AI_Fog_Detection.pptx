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7449800" cy="9753600"/>
  <p:notesSz cx="6858000" cy="9144000"/>
  <p:embeddedFontLst>
    <p:embeddedFont>
      <p:font typeface="Calibri (MS)" charset="1" panose="020F0502020204030204"/>
      <p:regular r:id="rId13"/>
    </p:embeddedFont>
    <p:embeddedFont>
      <p:font typeface="Times New Roman Bold" charset="1" panose="02020803070505020304"/>
      <p:regular r:id="rId14"/>
    </p:embeddedFont>
    <p:embeddedFont>
      <p:font typeface="Times New Roman" charset="1" panose="02020603050405020304"/>
      <p:regular r:id="rId15"/>
    </p:embeddedFont>
    <p:embeddedFont>
      <p:font typeface="Barlow Bold" charset="1" panose="00000800000000000000"/>
      <p:regular r:id="rId16"/>
    </p:embeddedFont>
    <p:embeddedFont>
      <p:font typeface="Open Sauce Bold" charset="1" panose="00000800000000000000"/>
      <p:regular r:id="rId17"/>
    </p:embeddedFont>
    <p:embeddedFont>
      <p:font typeface="Open Sauce Medium" charset="1" panose="00000600000000000000"/>
      <p:regular r:id="rId18"/>
    </p:embeddedFont>
    <p:embeddedFont>
      <p:font typeface="CanvaSansSC-Regular" charset="1" panose="00000000000000000000"/>
      <p:regular r:id="rId19"/>
    </p:embeddedFont>
    <p:embeddedFont>
      <p:font typeface="Gotham Bold" charset="1" panose="00000000000000000000"/>
      <p:regular r:id="rId20"/>
    </p:embeddedFont>
    <p:embeddedFont>
      <p:font typeface="Gotham" charset="1" panose="00000000000000000000"/>
      <p:regular r:id="rId21"/>
    </p:embeddedFont>
    <p:embeddedFont>
      <p:font typeface="The Seaso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sv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19" Target="../media/image23.png" Type="http://schemas.openxmlformats.org/officeDocument/2006/relationships/image"/><Relationship Id="rId2" Target="../media/image6.png" Type="http://schemas.openxmlformats.org/officeDocument/2006/relationships/image"/><Relationship Id="rId20" Target="../media/image24.svg" Type="http://schemas.openxmlformats.org/officeDocument/2006/relationships/image"/><Relationship Id="rId21" Target="../media/image25.svg" Type="http://schemas.openxmlformats.org/officeDocument/2006/relationships/image"/><Relationship Id="rId22" Target="../media/image1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sv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50.png" Type="http://schemas.openxmlformats.org/officeDocument/2006/relationships/image"/><Relationship Id="rId14" Target="../media/image5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442" y="362160"/>
            <a:ext cx="16706764" cy="1765754"/>
            <a:chOff x="0" y="0"/>
            <a:chExt cx="22275686" cy="2354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453404" y="8901522"/>
            <a:ext cx="3841613" cy="511331"/>
            <a:chOff x="0" y="0"/>
            <a:chExt cx="5122151" cy="681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22164" cy="681736"/>
            </a:xfrm>
            <a:custGeom>
              <a:avLst/>
              <a:gdLst/>
              <a:ahLst/>
              <a:cxnLst/>
              <a:rect r="r" b="b" t="t" l="l"/>
              <a:pathLst>
                <a:path h="681736" w="5122164">
                  <a:moveTo>
                    <a:pt x="0" y="0"/>
                  </a:moveTo>
                  <a:lnTo>
                    <a:pt x="5122164" y="0"/>
                  </a:lnTo>
                  <a:lnTo>
                    <a:pt x="5122164" y="681736"/>
                  </a:lnTo>
                  <a:lnTo>
                    <a:pt x="0" y="681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294" r="0" b="-963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453404" y="8874843"/>
            <a:ext cx="3841613" cy="538001"/>
            <a:chOff x="0" y="0"/>
            <a:chExt cx="5122151" cy="717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2155" cy="717339"/>
            </a:xfrm>
            <a:custGeom>
              <a:avLst/>
              <a:gdLst/>
              <a:ahLst/>
              <a:cxnLst/>
              <a:rect r="r" b="b" t="t" l="l"/>
              <a:pathLst>
                <a:path h="717339" w="5122155">
                  <a:moveTo>
                    <a:pt x="0" y="0"/>
                  </a:moveTo>
                  <a:lnTo>
                    <a:pt x="5122155" y="0"/>
                  </a:lnTo>
                  <a:lnTo>
                    <a:pt x="5122155" y="717339"/>
                  </a:lnTo>
                  <a:lnTo>
                    <a:pt x="0" y="7173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33" r="0" b="-8913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22151" cy="755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15"/>
                </a:lnSpc>
              </a:pPr>
              <a:r>
                <a:rPr lang="en-US" sz="1679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987" y="4532728"/>
            <a:ext cx="17165364" cy="5079816"/>
            <a:chOff x="0" y="0"/>
            <a:chExt cx="22887153" cy="67730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87178" cy="6773037"/>
            </a:xfrm>
            <a:custGeom>
              <a:avLst/>
              <a:gdLst/>
              <a:ahLst/>
              <a:cxnLst/>
              <a:rect r="r" b="b" t="t" l="l"/>
              <a:pathLst>
                <a:path h="6773037" w="22887178">
                  <a:moveTo>
                    <a:pt x="0" y="0"/>
                  </a:moveTo>
                  <a:lnTo>
                    <a:pt x="22887178" y="0"/>
                  </a:lnTo>
                  <a:lnTo>
                    <a:pt x="22887178" y="6773037"/>
                  </a:lnTo>
                  <a:lnTo>
                    <a:pt x="0" y="6773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1000"/>
              </a:blip>
              <a:stretch>
                <a:fillRect l="0" t="-542" r="0" b="-54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7694" y="142151"/>
            <a:ext cx="4441488" cy="942146"/>
            <a:chOff x="0" y="0"/>
            <a:chExt cx="5921985" cy="12561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22010" cy="1256157"/>
            </a:xfrm>
            <a:custGeom>
              <a:avLst/>
              <a:gdLst/>
              <a:ahLst/>
              <a:cxnLst/>
              <a:rect r="r" b="b" t="t" l="l"/>
              <a:pathLst>
                <a:path h="1256157" w="5922010">
                  <a:moveTo>
                    <a:pt x="0" y="0"/>
                  </a:moveTo>
                  <a:lnTo>
                    <a:pt x="5922010" y="0"/>
                  </a:lnTo>
                  <a:lnTo>
                    <a:pt x="5922010" y="1256157"/>
                  </a:lnTo>
                  <a:lnTo>
                    <a:pt x="0" y="1256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986" r="0" b="-14989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29024" y="1844859"/>
            <a:ext cx="16073609" cy="188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2"/>
              </a:lnSpc>
            </a:pPr>
            <a:r>
              <a:rPr lang="en-US" sz="606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Ghost Vehicle in Fog Detector Using Pressure Wave Sensing Before Headlights Appear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1527" y="4639551"/>
            <a:ext cx="2917193" cy="40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b="true" sz="2136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9881" y="5023447"/>
            <a:ext cx="6860486" cy="115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213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C. Ganesh Kumar</a:t>
            </a:r>
          </a:p>
          <a:p>
            <a:pPr algn="ctr">
              <a:lnSpc>
                <a:spcPts val="2991"/>
              </a:lnSpc>
            </a:pPr>
            <a:r>
              <a:rPr lang="en-US" sz="21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Chairperson, Department of Electronics and Communication Engineering, School of Computing, Chennai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5162" y="4622883"/>
            <a:ext cx="4209926" cy="44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b="true" sz="2334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21035" y="5023895"/>
            <a:ext cx="6398181" cy="126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Akshaya M V - CH.EN.U4CCE24003</a:t>
            </a:r>
          </a:p>
          <a:p>
            <a:pPr algn="l">
              <a:lnSpc>
                <a:spcPts val="3266"/>
              </a:lnSpc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Devadharshini P - CH.EN.U4CCE24004</a:t>
            </a:r>
          </a:p>
          <a:p>
            <a:pPr algn="l">
              <a:lnSpc>
                <a:spcPts val="3266"/>
              </a:lnSpc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Mukesh - CH.EN.U4CCE24015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45290" y="397650"/>
            <a:ext cx="10073926" cy="4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4"/>
              </a:lnSpc>
            </a:pPr>
            <a:r>
              <a:rPr lang="en-US" b="true" sz="3600" spc="-2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Embedded Systems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89" y="1434730"/>
            <a:ext cx="950983" cy="373169"/>
          </a:xfrm>
          <a:custGeom>
            <a:avLst/>
            <a:gdLst/>
            <a:ahLst/>
            <a:cxnLst/>
            <a:rect r="r" b="b" t="t" l="l"/>
            <a:pathLst>
              <a:path h="373169" w="950983">
                <a:moveTo>
                  <a:pt x="0" y="0"/>
                </a:moveTo>
                <a:lnTo>
                  <a:pt x="950983" y="0"/>
                </a:lnTo>
                <a:lnTo>
                  <a:pt x="950983" y="373169"/>
                </a:lnTo>
                <a:lnTo>
                  <a:pt x="0" y="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2067" y="3783504"/>
            <a:ext cx="1041266" cy="914869"/>
          </a:xfrm>
          <a:custGeom>
            <a:avLst/>
            <a:gdLst/>
            <a:ahLst/>
            <a:cxnLst/>
            <a:rect r="r" b="b" t="t" l="l"/>
            <a:pathLst>
              <a:path h="914869" w="1041266">
                <a:moveTo>
                  <a:pt x="0" y="0"/>
                </a:moveTo>
                <a:lnTo>
                  <a:pt x="1041266" y="0"/>
                </a:lnTo>
                <a:lnTo>
                  <a:pt x="1041266" y="914869"/>
                </a:lnTo>
                <a:lnTo>
                  <a:pt x="0" y="91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3" t="0" r="-36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62067" y="4994702"/>
            <a:ext cx="1041266" cy="914869"/>
          </a:xfrm>
          <a:custGeom>
            <a:avLst/>
            <a:gdLst/>
            <a:ahLst/>
            <a:cxnLst/>
            <a:rect r="r" b="b" t="t" l="l"/>
            <a:pathLst>
              <a:path h="914869" w="1041266">
                <a:moveTo>
                  <a:pt x="0" y="0"/>
                </a:moveTo>
                <a:lnTo>
                  <a:pt x="1041266" y="0"/>
                </a:lnTo>
                <a:lnTo>
                  <a:pt x="1041266" y="914869"/>
                </a:lnTo>
                <a:lnTo>
                  <a:pt x="0" y="91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13" t="0" r="-36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62067" y="6205908"/>
            <a:ext cx="1041266" cy="914869"/>
          </a:xfrm>
          <a:custGeom>
            <a:avLst/>
            <a:gdLst/>
            <a:ahLst/>
            <a:cxnLst/>
            <a:rect r="r" b="b" t="t" l="l"/>
            <a:pathLst>
              <a:path h="914869" w="1041266">
                <a:moveTo>
                  <a:pt x="0" y="0"/>
                </a:moveTo>
                <a:lnTo>
                  <a:pt x="1041266" y="0"/>
                </a:lnTo>
                <a:lnTo>
                  <a:pt x="1041266" y="914869"/>
                </a:lnTo>
                <a:lnTo>
                  <a:pt x="0" y="91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3" t="0" r="-365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788399" y="3707504"/>
            <a:ext cx="5386915" cy="1065345"/>
            <a:chOff x="0" y="0"/>
            <a:chExt cx="7577671" cy="149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8014" y="107950"/>
              <a:ext cx="7361631" cy="1282700"/>
            </a:xfrm>
            <a:custGeom>
              <a:avLst/>
              <a:gdLst/>
              <a:ahLst/>
              <a:cxnLst/>
              <a:rect r="r" b="b" t="t" l="l"/>
              <a:pathLst>
                <a:path h="1282700" w="7361631">
                  <a:moveTo>
                    <a:pt x="0" y="0"/>
                  </a:moveTo>
                  <a:lnTo>
                    <a:pt x="7361631" y="0"/>
                  </a:lnTo>
                  <a:lnTo>
                    <a:pt x="7361631" y="1282700"/>
                  </a:lnTo>
                  <a:lnTo>
                    <a:pt x="0" y="128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67" t="-8415" r="-1467" b="-841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88399" y="4918710"/>
            <a:ext cx="5386915" cy="1065345"/>
            <a:chOff x="0" y="0"/>
            <a:chExt cx="7577671" cy="149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8014" y="107950"/>
              <a:ext cx="7361631" cy="1282700"/>
            </a:xfrm>
            <a:custGeom>
              <a:avLst/>
              <a:gdLst/>
              <a:ahLst/>
              <a:cxnLst/>
              <a:rect r="r" b="b" t="t" l="l"/>
              <a:pathLst>
                <a:path h="1282700" w="7361631">
                  <a:moveTo>
                    <a:pt x="0" y="0"/>
                  </a:moveTo>
                  <a:lnTo>
                    <a:pt x="7361631" y="0"/>
                  </a:lnTo>
                  <a:lnTo>
                    <a:pt x="7361631" y="1282700"/>
                  </a:lnTo>
                  <a:lnTo>
                    <a:pt x="0" y="128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67" t="-8415" r="-1467" b="-841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88399" y="6129908"/>
            <a:ext cx="5386915" cy="1065345"/>
            <a:chOff x="0" y="0"/>
            <a:chExt cx="7577671" cy="1498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8014" y="107950"/>
              <a:ext cx="7361631" cy="1282700"/>
            </a:xfrm>
            <a:custGeom>
              <a:avLst/>
              <a:gdLst/>
              <a:ahLst/>
              <a:cxnLst/>
              <a:rect r="r" b="b" t="t" l="l"/>
              <a:pathLst>
                <a:path h="1282700" w="7361631">
                  <a:moveTo>
                    <a:pt x="0" y="0"/>
                  </a:moveTo>
                  <a:lnTo>
                    <a:pt x="7361631" y="0"/>
                  </a:lnTo>
                  <a:lnTo>
                    <a:pt x="7361631" y="1282700"/>
                  </a:lnTo>
                  <a:lnTo>
                    <a:pt x="0" y="128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67" t="-8415" r="-1467" b="-8415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554179" y="4012219"/>
            <a:ext cx="457439" cy="457439"/>
          </a:xfrm>
          <a:custGeom>
            <a:avLst/>
            <a:gdLst/>
            <a:ahLst/>
            <a:cxnLst/>
            <a:rect r="r" b="b" t="t" l="l"/>
            <a:pathLst>
              <a:path h="457439" w="457439">
                <a:moveTo>
                  <a:pt x="0" y="0"/>
                </a:moveTo>
                <a:lnTo>
                  <a:pt x="457439" y="0"/>
                </a:lnTo>
                <a:lnTo>
                  <a:pt x="457439" y="457439"/>
                </a:lnTo>
                <a:lnTo>
                  <a:pt x="0" y="4574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554179" y="5223417"/>
            <a:ext cx="457439" cy="457439"/>
          </a:xfrm>
          <a:custGeom>
            <a:avLst/>
            <a:gdLst/>
            <a:ahLst/>
            <a:cxnLst/>
            <a:rect r="r" b="b" t="t" l="l"/>
            <a:pathLst>
              <a:path h="457439" w="457439">
                <a:moveTo>
                  <a:pt x="0" y="0"/>
                </a:moveTo>
                <a:lnTo>
                  <a:pt x="457439" y="0"/>
                </a:lnTo>
                <a:lnTo>
                  <a:pt x="457439" y="457439"/>
                </a:lnTo>
                <a:lnTo>
                  <a:pt x="0" y="4574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54179" y="6434623"/>
            <a:ext cx="457439" cy="457439"/>
          </a:xfrm>
          <a:custGeom>
            <a:avLst/>
            <a:gdLst/>
            <a:ahLst/>
            <a:cxnLst/>
            <a:rect r="r" b="b" t="t" l="l"/>
            <a:pathLst>
              <a:path h="457439" w="457439">
                <a:moveTo>
                  <a:pt x="0" y="0"/>
                </a:moveTo>
                <a:lnTo>
                  <a:pt x="457439" y="0"/>
                </a:lnTo>
                <a:lnTo>
                  <a:pt x="457439" y="457439"/>
                </a:lnTo>
                <a:lnTo>
                  <a:pt x="0" y="4574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91666" y="8009057"/>
            <a:ext cx="1016365" cy="1016365"/>
          </a:xfrm>
          <a:custGeom>
            <a:avLst/>
            <a:gdLst/>
            <a:ahLst/>
            <a:cxnLst/>
            <a:rect r="r" b="b" t="t" l="l"/>
            <a:pathLst>
              <a:path h="1016365" w="1016365">
                <a:moveTo>
                  <a:pt x="0" y="0"/>
                </a:moveTo>
                <a:lnTo>
                  <a:pt x="1016365" y="0"/>
                </a:lnTo>
                <a:lnTo>
                  <a:pt x="1016365" y="1016366"/>
                </a:lnTo>
                <a:lnTo>
                  <a:pt x="0" y="10163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94717" y="7976722"/>
            <a:ext cx="1082650" cy="1082650"/>
          </a:xfrm>
          <a:custGeom>
            <a:avLst/>
            <a:gdLst/>
            <a:ahLst/>
            <a:cxnLst/>
            <a:rect r="r" b="b" t="t" l="l"/>
            <a:pathLst>
              <a:path h="1082650" w="1082650">
                <a:moveTo>
                  <a:pt x="0" y="0"/>
                </a:moveTo>
                <a:lnTo>
                  <a:pt x="1082650" y="0"/>
                </a:lnTo>
                <a:lnTo>
                  <a:pt x="1082650" y="1082650"/>
                </a:lnTo>
                <a:lnTo>
                  <a:pt x="0" y="1082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208" t="0" r="-472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664549" y="8061389"/>
            <a:ext cx="1060555" cy="964807"/>
          </a:xfrm>
          <a:custGeom>
            <a:avLst/>
            <a:gdLst/>
            <a:ahLst/>
            <a:cxnLst/>
            <a:rect r="r" b="b" t="t" l="l"/>
            <a:pathLst>
              <a:path h="964807" w="1060555">
                <a:moveTo>
                  <a:pt x="0" y="0"/>
                </a:moveTo>
                <a:lnTo>
                  <a:pt x="1060555" y="0"/>
                </a:lnTo>
                <a:lnTo>
                  <a:pt x="1060555" y="964807"/>
                </a:lnTo>
                <a:lnTo>
                  <a:pt x="0" y="96480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200" t="0" r="-494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38007" y="4079529"/>
            <a:ext cx="120375" cy="120375"/>
          </a:xfrm>
          <a:custGeom>
            <a:avLst/>
            <a:gdLst/>
            <a:ahLst/>
            <a:cxnLst/>
            <a:rect r="r" b="b" t="t" l="l"/>
            <a:pathLst>
              <a:path h="120375" w="120375">
                <a:moveTo>
                  <a:pt x="0" y="0"/>
                </a:moveTo>
                <a:lnTo>
                  <a:pt x="120375" y="0"/>
                </a:lnTo>
                <a:lnTo>
                  <a:pt x="120375" y="120375"/>
                </a:lnTo>
                <a:lnTo>
                  <a:pt x="0" y="1203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38007" y="5993538"/>
            <a:ext cx="120375" cy="120375"/>
          </a:xfrm>
          <a:custGeom>
            <a:avLst/>
            <a:gdLst/>
            <a:ahLst/>
            <a:cxnLst/>
            <a:rect r="r" b="b" t="t" l="l"/>
            <a:pathLst>
              <a:path h="120375" w="120375">
                <a:moveTo>
                  <a:pt x="0" y="0"/>
                </a:moveTo>
                <a:lnTo>
                  <a:pt x="120375" y="0"/>
                </a:lnTo>
                <a:lnTo>
                  <a:pt x="120375" y="120375"/>
                </a:lnTo>
                <a:lnTo>
                  <a:pt x="0" y="1203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6280" y="425869"/>
            <a:ext cx="16706764" cy="1765754"/>
            <a:chOff x="0" y="0"/>
            <a:chExt cx="22275686" cy="23543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25750" y="4021924"/>
            <a:ext cx="2118122" cy="39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2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New Paradigm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25750" y="5233131"/>
            <a:ext cx="2744629" cy="39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2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Technology 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25750" y="6444328"/>
            <a:ext cx="3184922" cy="39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b="true" sz="227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Zero-Latency Intelligence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9922" y="2607376"/>
            <a:ext cx="6292096" cy="94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0"/>
              </a:lnSpc>
            </a:pPr>
            <a:r>
              <a:rPr lang="en-US" b="true" sz="5307">
                <a:solidFill>
                  <a:srgbClr val="3B97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Edge-AI Solution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5103" y="649839"/>
            <a:ext cx="8725614" cy="130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5"/>
              </a:lnSpc>
            </a:pPr>
            <a:r>
              <a:rPr lang="en-US" b="true" sz="736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Ghost Sense Initiative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91666" y="2829798"/>
            <a:ext cx="105251" cy="58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7"/>
              </a:lnSpc>
            </a:pPr>
            <a:r>
              <a:rPr lang="en-US" b="true" sz="3312">
                <a:solidFill>
                  <a:srgbClr val="74E8A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2896" y="2829798"/>
            <a:ext cx="4534733" cy="58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7"/>
              </a:lnSpc>
            </a:pPr>
            <a:r>
              <a:rPr lang="en-US" b="true" sz="3312" spc="331">
                <a:solidFill>
                  <a:srgbClr val="3B97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Invisible Threat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8277" y="3859427"/>
            <a:ext cx="6906593" cy="33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284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fog critically </a:t>
            </a:r>
            <a:r>
              <a:rPr lang="en-US" sz="2842">
                <a:solidFill>
                  <a:srgbClr val="3B97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visual range</a:t>
            </a:r>
            <a:r>
              <a:rPr lang="en-US" sz="284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highways and rural roads, rendering standard headlights ineffective.</a:t>
            </a:r>
          </a:p>
          <a:p>
            <a:pPr algn="l">
              <a:lnSpc>
                <a:spcPts val="3766"/>
              </a:lnSpc>
            </a:pPr>
            <a:r>
              <a:rPr lang="en-US" sz="284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Drivers face severely </a:t>
            </a:r>
            <a:r>
              <a:rPr lang="en-US" sz="2842">
                <a:solidFill>
                  <a:srgbClr val="3B97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delayed detection</a:t>
            </a:r>
            <a:r>
              <a:rPr lang="en-US" sz="284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approaching vehicles, drastically increasing the likelihood of high-speed, catastrophic collisions.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23526" y="8260383"/>
            <a:ext cx="1080289" cy="48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01224" y="8198772"/>
            <a:ext cx="1532510" cy="48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48277" y="8260383"/>
            <a:ext cx="1079998" cy="48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89" y="1434730"/>
            <a:ext cx="950983" cy="373169"/>
          </a:xfrm>
          <a:custGeom>
            <a:avLst/>
            <a:gdLst/>
            <a:ahLst/>
            <a:cxnLst/>
            <a:rect r="r" b="b" t="t" l="l"/>
            <a:pathLst>
              <a:path h="373169" w="950983">
                <a:moveTo>
                  <a:pt x="0" y="0"/>
                </a:moveTo>
                <a:lnTo>
                  <a:pt x="950983" y="0"/>
                </a:lnTo>
                <a:lnTo>
                  <a:pt x="950983" y="373169"/>
                </a:lnTo>
                <a:lnTo>
                  <a:pt x="0" y="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280" y="425869"/>
            <a:ext cx="16706764" cy="1765754"/>
            <a:chOff x="0" y="0"/>
            <a:chExt cx="22275686" cy="23543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9379" y="6485427"/>
            <a:ext cx="999734" cy="999734"/>
            <a:chOff x="0" y="0"/>
            <a:chExt cx="999731" cy="999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7752" y="63500"/>
              <a:ext cx="888491" cy="872743"/>
            </a:xfrm>
            <a:custGeom>
              <a:avLst/>
              <a:gdLst/>
              <a:ahLst/>
              <a:cxnLst/>
              <a:rect r="r" b="b" t="t" l="l"/>
              <a:pathLst>
                <a:path h="872743" w="888491">
                  <a:moveTo>
                    <a:pt x="459994" y="136144"/>
                  </a:moveTo>
                  <a:cubicBezTo>
                    <a:pt x="619505" y="140462"/>
                    <a:pt x="747267" y="268478"/>
                    <a:pt x="751966" y="428244"/>
                  </a:cubicBezTo>
                  <a:lnTo>
                    <a:pt x="670813" y="428244"/>
                  </a:lnTo>
                  <a:cubicBezTo>
                    <a:pt x="666749" y="313563"/>
                    <a:pt x="573785" y="220345"/>
                    <a:pt x="459994" y="217170"/>
                  </a:cubicBezTo>
                  <a:lnTo>
                    <a:pt x="459994" y="136144"/>
                  </a:lnTo>
                  <a:close/>
                  <a:moveTo>
                    <a:pt x="443992" y="136144"/>
                  </a:moveTo>
                  <a:lnTo>
                    <a:pt x="443992" y="217424"/>
                  </a:lnTo>
                  <a:cubicBezTo>
                    <a:pt x="328422" y="222504"/>
                    <a:pt x="236982" y="313690"/>
                    <a:pt x="232918" y="428371"/>
                  </a:cubicBezTo>
                  <a:lnTo>
                    <a:pt x="152019" y="428371"/>
                  </a:lnTo>
                  <a:cubicBezTo>
                    <a:pt x="155321" y="270002"/>
                    <a:pt x="285369" y="140208"/>
                    <a:pt x="443992" y="136144"/>
                  </a:cubicBezTo>
                  <a:close/>
                  <a:moveTo>
                    <a:pt x="444119" y="305054"/>
                  </a:moveTo>
                  <a:lnTo>
                    <a:pt x="444119" y="378841"/>
                  </a:lnTo>
                  <a:lnTo>
                    <a:pt x="443992" y="378841"/>
                  </a:lnTo>
                  <a:cubicBezTo>
                    <a:pt x="418465" y="382270"/>
                    <a:pt x="398145" y="402590"/>
                    <a:pt x="394589" y="428244"/>
                  </a:cubicBezTo>
                  <a:lnTo>
                    <a:pt x="319151" y="428244"/>
                  </a:lnTo>
                  <a:cubicBezTo>
                    <a:pt x="324231" y="361315"/>
                    <a:pt x="376682" y="309499"/>
                    <a:pt x="444119" y="304927"/>
                  </a:cubicBezTo>
                  <a:close/>
                  <a:moveTo>
                    <a:pt x="460120" y="304673"/>
                  </a:moveTo>
                  <a:cubicBezTo>
                    <a:pt x="526033" y="307975"/>
                    <a:pt x="580262" y="361950"/>
                    <a:pt x="585215" y="428117"/>
                  </a:cubicBezTo>
                  <a:lnTo>
                    <a:pt x="509396" y="428117"/>
                  </a:lnTo>
                  <a:lnTo>
                    <a:pt x="509396" y="427990"/>
                  </a:lnTo>
                  <a:cubicBezTo>
                    <a:pt x="505967" y="402209"/>
                    <a:pt x="485901" y="382143"/>
                    <a:pt x="460120" y="378714"/>
                  </a:cubicBezTo>
                  <a:lnTo>
                    <a:pt x="460120" y="304927"/>
                  </a:lnTo>
                  <a:close/>
                  <a:moveTo>
                    <a:pt x="394589" y="444246"/>
                  </a:moveTo>
                  <a:cubicBezTo>
                    <a:pt x="398018" y="469900"/>
                    <a:pt x="418211" y="489965"/>
                    <a:pt x="443992" y="493522"/>
                  </a:cubicBezTo>
                  <a:lnTo>
                    <a:pt x="443992" y="570864"/>
                  </a:lnTo>
                  <a:cubicBezTo>
                    <a:pt x="375539" y="566292"/>
                    <a:pt x="321564" y="511936"/>
                    <a:pt x="318770" y="444246"/>
                  </a:cubicBezTo>
                  <a:close/>
                  <a:moveTo>
                    <a:pt x="509651" y="444373"/>
                  </a:moveTo>
                  <a:cubicBezTo>
                    <a:pt x="506476" y="512063"/>
                    <a:pt x="451231" y="567816"/>
                    <a:pt x="384302" y="571245"/>
                  </a:cubicBezTo>
                  <a:lnTo>
                    <a:pt x="384302" y="493776"/>
                  </a:lnTo>
                  <a:lnTo>
                    <a:pt x="384175" y="493776"/>
                  </a:lnTo>
                  <a:cubicBezTo>
                    <a:pt x="409956" y="490347"/>
                    <a:pt x="429768" y="470281"/>
                    <a:pt x="433451" y="444500"/>
                  </a:cubicBezTo>
                  <a:close/>
                  <a:moveTo>
                    <a:pt x="81026" y="444373"/>
                  </a:moveTo>
                  <a:cubicBezTo>
                    <a:pt x="85217" y="559180"/>
                    <a:pt x="178181" y="652398"/>
                    <a:pt x="291973" y="655446"/>
                  </a:cubicBezTo>
                  <a:lnTo>
                    <a:pt x="291973" y="736599"/>
                  </a:lnTo>
                  <a:cubicBezTo>
                    <a:pt x="132334" y="732027"/>
                    <a:pt x="5080" y="604519"/>
                    <a:pt x="0" y="444373"/>
                  </a:cubicBezTo>
                  <a:close/>
                  <a:moveTo>
                    <a:pt x="519048" y="444373"/>
                  </a:moveTo>
                  <a:cubicBezTo>
                    <a:pt x="515365" y="603249"/>
                    <a:pt x="385699" y="732662"/>
                    <a:pt x="227076" y="736599"/>
                  </a:cubicBezTo>
                  <a:lnTo>
                    <a:pt x="227076" y="655065"/>
                  </a:lnTo>
                  <a:cubicBezTo>
                    <a:pt x="343154" y="649985"/>
                    <a:pt x="433832" y="559435"/>
                    <a:pt x="437896" y="444246"/>
                  </a:cubicBezTo>
                  <a:close/>
                  <a:moveTo>
                    <a:pt x="451992" y="0"/>
                  </a:moveTo>
                  <a:cubicBezTo>
                    <a:pt x="447548" y="0"/>
                    <a:pt x="444119" y="3556"/>
                    <a:pt x="444119" y="8001"/>
                  </a:cubicBezTo>
                  <a:lnTo>
                    <a:pt x="444119" y="52324"/>
                  </a:lnTo>
                  <a:cubicBezTo>
                    <a:pt x="237998" y="56515"/>
                    <a:pt x="72263" y="222250"/>
                    <a:pt x="68072" y="428371"/>
                  </a:cubicBezTo>
                  <a:lnTo>
                    <a:pt x="23749" y="428371"/>
                  </a:lnTo>
                  <a:cubicBezTo>
                    <a:pt x="19304" y="428371"/>
                    <a:pt x="15748" y="431927"/>
                    <a:pt x="15748" y="436372"/>
                  </a:cubicBezTo>
                  <a:cubicBezTo>
                    <a:pt x="15748" y="440817"/>
                    <a:pt x="19304" y="444373"/>
                    <a:pt x="23749" y="444373"/>
                  </a:cubicBezTo>
                  <a:lnTo>
                    <a:pt x="68072" y="444373"/>
                  </a:lnTo>
                  <a:cubicBezTo>
                    <a:pt x="72263" y="650620"/>
                    <a:pt x="238506" y="816355"/>
                    <a:pt x="444119" y="820419"/>
                  </a:cubicBezTo>
                  <a:lnTo>
                    <a:pt x="444119" y="864742"/>
                  </a:lnTo>
                  <a:cubicBezTo>
                    <a:pt x="444119" y="869187"/>
                    <a:pt x="447674" y="872743"/>
                    <a:pt x="452120" y="872743"/>
                  </a:cubicBezTo>
                  <a:cubicBezTo>
                    <a:pt x="456565" y="872743"/>
                    <a:pt x="460120" y="869187"/>
                    <a:pt x="460120" y="864742"/>
                  </a:cubicBezTo>
                  <a:lnTo>
                    <a:pt x="460120" y="820419"/>
                  </a:lnTo>
                  <a:cubicBezTo>
                    <a:pt x="665860" y="816228"/>
                    <a:pt x="832738" y="649604"/>
                    <a:pt x="836167" y="444373"/>
                  </a:cubicBezTo>
                  <a:lnTo>
                    <a:pt x="880490" y="444373"/>
                  </a:lnTo>
                  <a:cubicBezTo>
                    <a:pt x="884935" y="444373"/>
                    <a:pt x="888491" y="440817"/>
                    <a:pt x="888491" y="436372"/>
                  </a:cubicBezTo>
                  <a:cubicBezTo>
                    <a:pt x="888491" y="431927"/>
                    <a:pt x="884808" y="428244"/>
                    <a:pt x="880363" y="428244"/>
                  </a:cubicBezTo>
                  <a:lnTo>
                    <a:pt x="836040" y="428244"/>
                  </a:lnTo>
                  <a:cubicBezTo>
                    <a:pt x="831087" y="221742"/>
                    <a:pt x="666241" y="56388"/>
                    <a:pt x="460121" y="52324"/>
                  </a:cubicBezTo>
                  <a:lnTo>
                    <a:pt x="460121" y="8001"/>
                  </a:lnTo>
                  <a:cubicBezTo>
                    <a:pt x="460121" y="3556"/>
                    <a:pt x="456565" y="0"/>
                    <a:pt x="452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872743" cy="872743"/>
            </a:xfrm>
            <a:custGeom>
              <a:avLst/>
              <a:gdLst/>
              <a:ahLst/>
              <a:cxnLst/>
              <a:rect r="r" b="b" t="t" l="l"/>
              <a:pathLst>
                <a:path h="872743" w="872743">
                  <a:moveTo>
                    <a:pt x="0" y="872743"/>
                  </a:moveTo>
                  <a:lnTo>
                    <a:pt x="872743" y="872743"/>
                  </a:lnTo>
                  <a:lnTo>
                    <a:pt x="8727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55370" y="6473106"/>
            <a:ext cx="1064657" cy="1060333"/>
            <a:chOff x="0" y="0"/>
            <a:chExt cx="1064654" cy="1060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06946" y="203771"/>
              <a:ext cx="650748" cy="650940"/>
            </a:xfrm>
            <a:custGeom>
              <a:avLst/>
              <a:gdLst/>
              <a:ahLst/>
              <a:cxnLst/>
              <a:rect r="r" b="b" t="t" l="l"/>
              <a:pathLst>
                <a:path h="650940" w="650748">
                  <a:moveTo>
                    <a:pt x="300673" y="60897"/>
                  </a:moveTo>
                  <a:lnTo>
                    <a:pt x="250127" y="4890"/>
                  </a:lnTo>
                  <a:cubicBezTo>
                    <a:pt x="246063" y="318"/>
                    <a:pt x="239586" y="-1079"/>
                    <a:pt x="233871" y="1207"/>
                  </a:cubicBezTo>
                  <a:lnTo>
                    <a:pt x="160846" y="31433"/>
                  </a:lnTo>
                  <a:cubicBezTo>
                    <a:pt x="155258" y="33719"/>
                    <a:pt x="151575" y="39434"/>
                    <a:pt x="151956" y="45530"/>
                  </a:cubicBezTo>
                  <a:lnTo>
                    <a:pt x="155766" y="120841"/>
                  </a:lnTo>
                  <a:lnTo>
                    <a:pt x="120714" y="155893"/>
                  </a:lnTo>
                  <a:lnTo>
                    <a:pt x="45403" y="152083"/>
                  </a:lnTo>
                  <a:cubicBezTo>
                    <a:pt x="39307" y="151829"/>
                    <a:pt x="33719" y="155385"/>
                    <a:pt x="31306" y="160973"/>
                  </a:cubicBezTo>
                  <a:lnTo>
                    <a:pt x="1080" y="233999"/>
                  </a:lnTo>
                  <a:cubicBezTo>
                    <a:pt x="-1206" y="239587"/>
                    <a:pt x="191" y="246191"/>
                    <a:pt x="4763" y="250255"/>
                  </a:cubicBezTo>
                  <a:lnTo>
                    <a:pt x="60770" y="300801"/>
                  </a:lnTo>
                  <a:lnTo>
                    <a:pt x="60770" y="350331"/>
                  </a:lnTo>
                  <a:lnTo>
                    <a:pt x="4763" y="400750"/>
                  </a:lnTo>
                  <a:cubicBezTo>
                    <a:pt x="191" y="404814"/>
                    <a:pt x="-1206" y="411291"/>
                    <a:pt x="1080" y="417006"/>
                  </a:cubicBezTo>
                  <a:lnTo>
                    <a:pt x="31306" y="490031"/>
                  </a:lnTo>
                  <a:cubicBezTo>
                    <a:pt x="33592" y="495619"/>
                    <a:pt x="39307" y="499302"/>
                    <a:pt x="45403" y="498921"/>
                  </a:cubicBezTo>
                  <a:lnTo>
                    <a:pt x="120714" y="495111"/>
                  </a:lnTo>
                  <a:lnTo>
                    <a:pt x="155766" y="530163"/>
                  </a:lnTo>
                  <a:lnTo>
                    <a:pt x="151956" y="605474"/>
                  </a:lnTo>
                  <a:cubicBezTo>
                    <a:pt x="151702" y="611570"/>
                    <a:pt x="155258" y="617158"/>
                    <a:pt x="160846" y="619571"/>
                  </a:cubicBezTo>
                  <a:lnTo>
                    <a:pt x="233871" y="649797"/>
                  </a:lnTo>
                  <a:cubicBezTo>
                    <a:pt x="239459" y="652083"/>
                    <a:pt x="246063" y="650686"/>
                    <a:pt x="250127" y="646114"/>
                  </a:cubicBezTo>
                  <a:lnTo>
                    <a:pt x="300673" y="590107"/>
                  </a:lnTo>
                  <a:lnTo>
                    <a:pt x="350203" y="590107"/>
                  </a:lnTo>
                  <a:lnTo>
                    <a:pt x="400749" y="646114"/>
                  </a:lnTo>
                  <a:cubicBezTo>
                    <a:pt x="403543" y="649162"/>
                    <a:pt x="407480" y="650940"/>
                    <a:pt x="411417" y="650940"/>
                  </a:cubicBezTo>
                  <a:cubicBezTo>
                    <a:pt x="413322" y="650940"/>
                    <a:pt x="415100" y="650559"/>
                    <a:pt x="416878" y="649797"/>
                  </a:cubicBezTo>
                  <a:lnTo>
                    <a:pt x="489903" y="619571"/>
                  </a:lnTo>
                  <a:cubicBezTo>
                    <a:pt x="495491" y="617285"/>
                    <a:pt x="499174" y="611570"/>
                    <a:pt x="498793" y="605474"/>
                  </a:cubicBezTo>
                  <a:lnTo>
                    <a:pt x="494983" y="530163"/>
                  </a:lnTo>
                  <a:lnTo>
                    <a:pt x="530035" y="495111"/>
                  </a:lnTo>
                  <a:lnTo>
                    <a:pt x="605345" y="498921"/>
                  </a:lnTo>
                  <a:cubicBezTo>
                    <a:pt x="611442" y="499175"/>
                    <a:pt x="617029" y="495619"/>
                    <a:pt x="619442" y="490031"/>
                  </a:cubicBezTo>
                  <a:lnTo>
                    <a:pt x="649668" y="417006"/>
                  </a:lnTo>
                  <a:cubicBezTo>
                    <a:pt x="651954" y="411418"/>
                    <a:pt x="650557" y="404814"/>
                    <a:pt x="645985" y="400750"/>
                  </a:cubicBezTo>
                  <a:lnTo>
                    <a:pt x="589978" y="350204"/>
                  </a:lnTo>
                  <a:lnTo>
                    <a:pt x="589978" y="300674"/>
                  </a:lnTo>
                  <a:lnTo>
                    <a:pt x="645985" y="250128"/>
                  </a:lnTo>
                  <a:cubicBezTo>
                    <a:pt x="650557" y="246064"/>
                    <a:pt x="651954" y="239587"/>
                    <a:pt x="649668" y="233872"/>
                  </a:cubicBezTo>
                  <a:lnTo>
                    <a:pt x="619442" y="160846"/>
                  </a:lnTo>
                  <a:cubicBezTo>
                    <a:pt x="617156" y="155258"/>
                    <a:pt x="611442" y="151575"/>
                    <a:pt x="605345" y="151956"/>
                  </a:cubicBezTo>
                  <a:lnTo>
                    <a:pt x="530035" y="155766"/>
                  </a:lnTo>
                  <a:lnTo>
                    <a:pt x="494983" y="120714"/>
                  </a:lnTo>
                  <a:lnTo>
                    <a:pt x="498793" y="45403"/>
                  </a:lnTo>
                  <a:cubicBezTo>
                    <a:pt x="499047" y="39307"/>
                    <a:pt x="495491" y="33719"/>
                    <a:pt x="489903" y="31306"/>
                  </a:cubicBezTo>
                  <a:lnTo>
                    <a:pt x="416878" y="1080"/>
                  </a:lnTo>
                  <a:cubicBezTo>
                    <a:pt x="411290" y="-1206"/>
                    <a:pt x="404686" y="191"/>
                    <a:pt x="400622" y="4763"/>
                  </a:cubicBezTo>
                  <a:lnTo>
                    <a:pt x="350076" y="60770"/>
                  </a:lnTo>
                  <a:lnTo>
                    <a:pt x="300546" y="60770"/>
                  </a:lnTo>
                  <a:close/>
                  <a:moveTo>
                    <a:pt x="367221" y="84900"/>
                  </a:moveTo>
                  <a:lnTo>
                    <a:pt x="415227" y="31687"/>
                  </a:lnTo>
                  <a:lnTo>
                    <a:pt x="469456" y="54166"/>
                  </a:lnTo>
                  <a:lnTo>
                    <a:pt x="465773" y="125667"/>
                  </a:lnTo>
                  <a:cubicBezTo>
                    <a:pt x="465519" y="129731"/>
                    <a:pt x="467043" y="133668"/>
                    <a:pt x="469964" y="136589"/>
                  </a:cubicBezTo>
                  <a:lnTo>
                    <a:pt x="514033" y="180658"/>
                  </a:lnTo>
                  <a:cubicBezTo>
                    <a:pt x="516954" y="183579"/>
                    <a:pt x="520891" y="185103"/>
                    <a:pt x="524955" y="184849"/>
                  </a:cubicBezTo>
                  <a:lnTo>
                    <a:pt x="596455" y="181166"/>
                  </a:lnTo>
                  <a:lnTo>
                    <a:pt x="618934" y="235396"/>
                  </a:lnTo>
                  <a:lnTo>
                    <a:pt x="565722" y="283402"/>
                  </a:lnTo>
                  <a:cubicBezTo>
                    <a:pt x="562673" y="286196"/>
                    <a:pt x="560896" y="290006"/>
                    <a:pt x="560896" y="294070"/>
                  </a:cubicBezTo>
                  <a:lnTo>
                    <a:pt x="560896" y="356427"/>
                  </a:lnTo>
                  <a:cubicBezTo>
                    <a:pt x="560896" y="360491"/>
                    <a:pt x="562673" y="364428"/>
                    <a:pt x="565722" y="367095"/>
                  </a:cubicBezTo>
                  <a:lnTo>
                    <a:pt x="618934" y="415101"/>
                  </a:lnTo>
                  <a:lnTo>
                    <a:pt x="596455" y="469330"/>
                  </a:lnTo>
                  <a:lnTo>
                    <a:pt x="524955" y="465647"/>
                  </a:lnTo>
                  <a:cubicBezTo>
                    <a:pt x="520891" y="465393"/>
                    <a:pt x="516954" y="466917"/>
                    <a:pt x="514033" y="469838"/>
                  </a:cubicBezTo>
                  <a:lnTo>
                    <a:pt x="469964" y="513907"/>
                  </a:lnTo>
                  <a:cubicBezTo>
                    <a:pt x="467043" y="516828"/>
                    <a:pt x="465519" y="520765"/>
                    <a:pt x="465773" y="524829"/>
                  </a:cubicBezTo>
                  <a:lnTo>
                    <a:pt x="469456" y="596330"/>
                  </a:lnTo>
                  <a:lnTo>
                    <a:pt x="415227" y="618809"/>
                  </a:lnTo>
                  <a:lnTo>
                    <a:pt x="367221" y="565596"/>
                  </a:lnTo>
                  <a:cubicBezTo>
                    <a:pt x="364427" y="562548"/>
                    <a:pt x="360617" y="560770"/>
                    <a:pt x="356553" y="560770"/>
                  </a:cubicBezTo>
                  <a:lnTo>
                    <a:pt x="294196" y="560770"/>
                  </a:lnTo>
                  <a:cubicBezTo>
                    <a:pt x="290132" y="560770"/>
                    <a:pt x="286195" y="562548"/>
                    <a:pt x="283528" y="565596"/>
                  </a:cubicBezTo>
                  <a:lnTo>
                    <a:pt x="235522" y="619190"/>
                  </a:lnTo>
                  <a:lnTo>
                    <a:pt x="181293" y="596711"/>
                  </a:lnTo>
                  <a:lnTo>
                    <a:pt x="184976" y="525210"/>
                  </a:lnTo>
                  <a:cubicBezTo>
                    <a:pt x="185230" y="521146"/>
                    <a:pt x="183706" y="517209"/>
                    <a:pt x="180785" y="514288"/>
                  </a:cubicBezTo>
                  <a:lnTo>
                    <a:pt x="136716" y="470219"/>
                  </a:lnTo>
                  <a:cubicBezTo>
                    <a:pt x="133795" y="467298"/>
                    <a:pt x="129858" y="465774"/>
                    <a:pt x="125794" y="466028"/>
                  </a:cubicBezTo>
                  <a:lnTo>
                    <a:pt x="54293" y="469711"/>
                  </a:lnTo>
                  <a:lnTo>
                    <a:pt x="31814" y="415482"/>
                  </a:lnTo>
                  <a:lnTo>
                    <a:pt x="85027" y="367476"/>
                  </a:lnTo>
                  <a:cubicBezTo>
                    <a:pt x="88075" y="364682"/>
                    <a:pt x="89853" y="360872"/>
                    <a:pt x="89853" y="356808"/>
                  </a:cubicBezTo>
                  <a:lnTo>
                    <a:pt x="89853" y="294324"/>
                  </a:lnTo>
                  <a:cubicBezTo>
                    <a:pt x="89853" y="290260"/>
                    <a:pt x="88075" y="286323"/>
                    <a:pt x="85027" y="283656"/>
                  </a:cubicBezTo>
                  <a:lnTo>
                    <a:pt x="31687" y="235650"/>
                  </a:lnTo>
                  <a:lnTo>
                    <a:pt x="54166" y="181420"/>
                  </a:lnTo>
                  <a:lnTo>
                    <a:pt x="125667" y="185103"/>
                  </a:lnTo>
                  <a:cubicBezTo>
                    <a:pt x="129731" y="185357"/>
                    <a:pt x="133668" y="183833"/>
                    <a:pt x="136589" y="180912"/>
                  </a:cubicBezTo>
                  <a:lnTo>
                    <a:pt x="180658" y="136843"/>
                  </a:lnTo>
                  <a:cubicBezTo>
                    <a:pt x="183579" y="133922"/>
                    <a:pt x="185103" y="129985"/>
                    <a:pt x="184849" y="125921"/>
                  </a:cubicBezTo>
                  <a:lnTo>
                    <a:pt x="181166" y="54420"/>
                  </a:lnTo>
                  <a:lnTo>
                    <a:pt x="235395" y="31941"/>
                  </a:lnTo>
                  <a:lnTo>
                    <a:pt x="283401" y="85154"/>
                  </a:lnTo>
                  <a:cubicBezTo>
                    <a:pt x="286195" y="88202"/>
                    <a:pt x="290005" y="89980"/>
                    <a:pt x="294069" y="89980"/>
                  </a:cubicBezTo>
                  <a:lnTo>
                    <a:pt x="356426" y="89980"/>
                  </a:lnTo>
                  <a:cubicBezTo>
                    <a:pt x="360490" y="89980"/>
                    <a:pt x="364427" y="88202"/>
                    <a:pt x="367094" y="8528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55219" y="352298"/>
              <a:ext cx="354076" cy="353949"/>
            </a:xfrm>
            <a:custGeom>
              <a:avLst/>
              <a:gdLst/>
              <a:ahLst/>
              <a:cxnLst/>
              <a:rect r="r" b="b" t="t" l="l"/>
              <a:pathLst>
                <a:path h="353949" w="354076">
                  <a:moveTo>
                    <a:pt x="51943" y="51816"/>
                  </a:moveTo>
                  <a:cubicBezTo>
                    <a:pt x="35687" y="68073"/>
                    <a:pt x="22987" y="86996"/>
                    <a:pt x="13970" y="108078"/>
                  </a:cubicBezTo>
                  <a:cubicBezTo>
                    <a:pt x="4699" y="129922"/>
                    <a:pt x="0" y="153036"/>
                    <a:pt x="0" y="176912"/>
                  </a:cubicBezTo>
                  <a:cubicBezTo>
                    <a:pt x="0" y="200788"/>
                    <a:pt x="4699" y="224029"/>
                    <a:pt x="13970" y="245746"/>
                  </a:cubicBezTo>
                  <a:cubicBezTo>
                    <a:pt x="22860" y="266828"/>
                    <a:pt x="35687" y="285751"/>
                    <a:pt x="51943" y="302007"/>
                  </a:cubicBezTo>
                  <a:cubicBezTo>
                    <a:pt x="68199" y="318263"/>
                    <a:pt x="87122" y="330963"/>
                    <a:pt x="108204" y="339980"/>
                  </a:cubicBezTo>
                  <a:cubicBezTo>
                    <a:pt x="130048" y="349251"/>
                    <a:pt x="153162" y="353950"/>
                    <a:pt x="177038" y="353950"/>
                  </a:cubicBezTo>
                  <a:cubicBezTo>
                    <a:pt x="200914" y="353950"/>
                    <a:pt x="224155" y="349251"/>
                    <a:pt x="245872" y="339980"/>
                  </a:cubicBezTo>
                  <a:cubicBezTo>
                    <a:pt x="266954" y="331090"/>
                    <a:pt x="285877" y="318263"/>
                    <a:pt x="302133" y="302007"/>
                  </a:cubicBezTo>
                  <a:cubicBezTo>
                    <a:pt x="318389" y="285751"/>
                    <a:pt x="331089" y="266828"/>
                    <a:pt x="340106" y="245746"/>
                  </a:cubicBezTo>
                  <a:cubicBezTo>
                    <a:pt x="349377" y="223902"/>
                    <a:pt x="354076" y="200788"/>
                    <a:pt x="354076" y="176912"/>
                  </a:cubicBezTo>
                  <a:cubicBezTo>
                    <a:pt x="354076" y="153036"/>
                    <a:pt x="349377" y="129795"/>
                    <a:pt x="340106" y="108078"/>
                  </a:cubicBezTo>
                  <a:cubicBezTo>
                    <a:pt x="331216" y="86996"/>
                    <a:pt x="318389" y="68073"/>
                    <a:pt x="302133" y="51816"/>
                  </a:cubicBezTo>
                  <a:cubicBezTo>
                    <a:pt x="285877" y="35560"/>
                    <a:pt x="267081" y="22860"/>
                    <a:pt x="245999" y="13970"/>
                  </a:cubicBezTo>
                  <a:cubicBezTo>
                    <a:pt x="224155" y="4699"/>
                    <a:pt x="201041" y="0"/>
                    <a:pt x="177165" y="0"/>
                  </a:cubicBezTo>
                  <a:cubicBezTo>
                    <a:pt x="153289" y="0"/>
                    <a:pt x="130048" y="4699"/>
                    <a:pt x="108331" y="13970"/>
                  </a:cubicBezTo>
                  <a:cubicBezTo>
                    <a:pt x="87249" y="22860"/>
                    <a:pt x="68326" y="35687"/>
                    <a:pt x="52070" y="51943"/>
                  </a:cubicBezTo>
                  <a:close/>
                  <a:moveTo>
                    <a:pt x="177165" y="28956"/>
                  </a:moveTo>
                  <a:cubicBezTo>
                    <a:pt x="197104" y="28956"/>
                    <a:pt x="216535" y="32893"/>
                    <a:pt x="234823" y="40640"/>
                  </a:cubicBezTo>
                  <a:cubicBezTo>
                    <a:pt x="252476" y="48133"/>
                    <a:pt x="268351" y="58801"/>
                    <a:pt x="281940" y="72391"/>
                  </a:cubicBezTo>
                  <a:cubicBezTo>
                    <a:pt x="295529" y="85980"/>
                    <a:pt x="306197" y="101855"/>
                    <a:pt x="313690" y="119508"/>
                  </a:cubicBezTo>
                  <a:cubicBezTo>
                    <a:pt x="321437" y="137796"/>
                    <a:pt x="325374" y="157100"/>
                    <a:pt x="325374" y="177166"/>
                  </a:cubicBezTo>
                  <a:cubicBezTo>
                    <a:pt x="325374" y="197232"/>
                    <a:pt x="321437" y="216536"/>
                    <a:pt x="313690" y="234824"/>
                  </a:cubicBezTo>
                  <a:cubicBezTo>
                    <a:pt x="306197" y="252477"/>
                    <a:pt x="295529" y="268352"/>
                    <a:pt x="281940" y="281941"/>
                  </a:cubicBezTo>
                  <a:cubicBezTo>
                    <a:pt x="268351" y="295530"/>
                    <a:pt x="252476" y="306198"/>
                    <a:pt x="234823" y="313691"/>
                  </a:cubicBezTo>
                  <a:cubicBezTo>
                    <a:pt x="216535" y="321438"/>
                    <a:pt x="197231" y="325375"/>
                    <a:pt x="177165" y="325375"/>
                  </a:cubicBezTo>
                  <a:cubicBezTo>
                    <a:pt x="157099" y="325375"/>
                    <a:pt x="137795" y="321438"/>
                    <a:pt x="119507" y="313691"/>
                  </a:cubicBezTo>
                  <a:cubicBezTo>
                    <a:pt x="101854" y="306198"/>
                    <a:pt x="85979" y="295530"/>
                    <a:pt x="72390" y="281941"/>
                  </a:cubicBezTo>
                  <a:cubicBezTo>
                    <a:pt x="58801" y="268352"/>
                    <a:pt x="48133" y="252477"/>
                    <a:pt x="40640" y="234824"/>
                  </a:cubicBezTo>
                  <a:cubicBezTo>
                    <a:pt x="32893" y="216536"/>
                    <a:pt x="28956" y="197232"/>
                    <a:pt x="28956" y="177166"/>
                  </a:cubicBezTo>
                  <a:cubicBezTo>
                    <a:pt x="28956" y="157100"/>
                    <a:pt x="32893" y="137796"/>
                    <a:pt x="40640" y="119508"/>
                  </a:cubicBezTo>
                  <a:cubicBezTo>
                    <a:pt x="48133" y="101855"/>
                    <a:pt x="58801" y="85980"/>
                    <a:pt x="72390" y="72391"/>
                  </a:cubicBezTo>
                  <a:cubicBezTo>
                    <a:pt x="85979" y="58801"/>
                    <a:pt x="101854" y="48133"/>
                    <a:pt x="119507" y="40640"/>
                  </a:cubicBezTo>
                  <a:cubicBezTo>
                    <a:pt x="137795" y="32893"/>
                    <a:pt x="157099" y="28956"/>
                    <a:pt x="177165" y="289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26926" y="466424"/>
              <a:ext cx="206677" cy="144320"/>
            </a:xfrm>
            <a:custGeom>
              <a:avLst/>
              <a:gdLst/>
              <a:ahLst/>
              <a:cxnLst/>
              <a:rect r="r" b="b" t="t" l="l"/>
              <a:pathLst>
                <a:path h="144320" w="206677">
                  <a:moveTo>
                    <a:pt x="4366" y="77772"/>
                  </a:moveTo>
                  <a:lnTo>
                    <a:pt x="66723" y="140129"/>
                  </a:lnTo>
                  <a:cubicBezTo>
                    <a:pt x="69390" y="142796"/>
                    <a:pt x="73073" y="144320"/>
                    <a:pt x="76883" y="144320"/>
                  </a:cubicBezTo>
                  <a:cubicBezTo>
                    <a:pt x="80693" y="144320"/>
                    <a:pt x="84376" y="142796"/>
                    <a:pt x="87043" y="140129"/>
                  </a:cubicBezTo>
                  <a:lnTo>
                    <a:pt x="202486" y="24686"/>
                  </a:lnTo>
                  <a:cubicBezTo>
                    <a:pt x="208074" y="19098"/>
                    <a:pt x="208074" y="9954"/>
                    <a:pt x="202486" y="4239"/>
                  </a:cubicBezTo>
                  <a:cubicBezTo>
                    <a:pt x="196898" y="-1476"/>
                    <a:pt x="187754" y="-1349"/>
                    <a:pt x="182039" y="4239"/>
                  </a:cubicBezTo>
                  <a:lnTo>
                    <a:pt x="76756" y="109522"/>
                  </a:lnTo>
                  <a:lnTo>
                    <a:pt x="24686" y="57452"/>
                  </a:lnTo>
                  <a:cubicBezTo>
                    <a:pt x="19098" y="51864"/>
                    <a:pt x="9954" y="51864"/>
                    <a:pt x="4239" y="57452"/>
                  </a:cubicBezTo>
                  <a:cubicBezTo>
                    <a:pt x="-1476" y="63040"/>
                    <a:pt x="-1349" y="72184"/>
                    <a:pt x="4239" y="778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0752" y="65024"/>
              <a:ext cx="468495" cy="425577"/>
            </a:xfrm>
            <a:custGeom>
              <a:avLst/>
              <a:gdLst/>
              <a:ahLst/>
              <a:cxnLst/>
              <a:rect r="r" b="b" t="t" l="l"/>
              <a:pathLst>
                <a:path h="425577" w="468495">
                  <a:moveTo>
                    <a:pt x="12565" y="425451"/>
                  </a:moveTo>
                  <a:cubicBezTo>
                    <a:pt x="13200" y="425578"/>
                    <a:pt x="13835" y="425578"/>
                    <a:pt x="14470" y="425578"/>
                  </a:cubicBezTo>
                  <a:cubicBezTo>
                    <a:pt x="21582" y="425578"/>
                    <a:pt x="27805" y="420244"/>
                    <a:pt x="28821" y="413005"/>
                  </a:cubicBezTo>
                  <a:cubicBezTo>
                    <a:pt x="41013" y="318389"/>
                    <a:pt x="87368" y="231267"/>
                    <a:pt x="159123" y="167640"/>
                  </a:cubicBezTo>
                  <a:cubicBezTo>
                    <a:pt x="194556" y="136271"/>
                    <a:pt x="234815" y="111760"/>
                    <a:pt x="278757" y="94742"/>
                  </a:cubicBezTo>
                  <a:cubicBezTo>
                    <a:pt x="324223" y="77089"/>
                    <a:pt x="372356" y="68199"/>
                    <a:pt x="421505" y="68199"/>
                  </a:cubicBezTo>
                  <a:cubicBezTo>
                    <a:pt x="421759" y="68199"/>
                    <a:pt x="422140" y="68199"/>
                    <a:pt x="422394" y="68199"/>
                  </a:cubicBezTo>
                  <a:lnTo>
                    <a:pt x="401566" y="89027"/>
                  </a:lnTo>
                  <a:cubicBezTo>
                    <a:pt x="395978" y="94615"/>
                    <a:pt x="395978" y="103759"/>
                    <a:pt x="401566" y="109474"/>
                  </a:cubicBezTo>
                  <a:cubicBezTo>
                    <a:pt x="404360" y="112268"/>
                    <a:pt x="408043" y="113665"/>
                    <a:pt x="411726" y="113665"/>
                  </a:cubicBezTo>
                  <a:cubicBezTo>
                    <a:pt x="415409" y="113665"/>
                    <a:pt x="419092" y="112268"/>
                    <a:pt x="421886" y="109474"/>
                  </a:cubicBezTo>
                  <a:lnTo>
                    <a:pt x="464304" y="67056"/>
                  </a:lnTo>
                  <a:cubicBezTo>
                    <a:pt x="469892" y="61468"/>
                    <a:pt x="469892" y="52324"/>
                    <a:pt x="464304" y="46609"/>
                  </a:cubicBezTo>
                  <a:lnTo>
                    <a:pt x="422013" y="4191"/>
                  </a:lnTo>
                  <a:cubicBezTo>
                    <a:pt x="416425" y="-1397"/>
                    <a:pt x="407281" y="-1397"/>
                    <a:pt x="401566" y="4191"/>
                  </a:cubicBezTo>
                  <a:cubicBezTo>
                    <a:pt x="395851" y="9779"/>
                    <a:pt x="395978" y="18923"/>
                    <a:pt x="401566" y="24638"/>
                  </a:cubicBezTo>
                  <a:lnTo>
                    <a:pt x="416298" y="39370"/>
                  </a:lnTo>
                  <a:cubicBezTo>
                    <a:pt x="365371" y="40005"/>
                    <a:pt x="315587" y="49530"/>
                    <a:pt x="268343" y="67818"/>
                  </a:cubicBezTo>
                  <a:cubicBezTo>
                    <a:pt x="221099" y="86106"/>
                    <a:pt x="177919" y="112395"/>
                    <a:pt x="139946" y="146050"/>
                  </a:cubicBezTo>
                  <a:cubicBezTo>
                    <a:pt x="62984" y="214249"/>
                    <a:pt x="13327" y="307721"/>
                    <a:pt x="119" y="409195"/>
                  </a:cubicBezTo>
                  <a:cubicBezTo>
                    <a:pt x="-897" y="417069"/>
                    <a:pt x="4691" y="424308"/>
                    <a:pt x="12565" y="4253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4897" y="512827"/>
              <a:ext cx="403495" cy="434086"/>
            </a:xfrm>
            <a:custGeom>
              <a:avLst/>
              <a:gdLst/>
              <a:ahLst/>
              <a:cxnLst/>
              <a:rect r="r" b="b" t="t" l="l"/>
              <a:pathLst>
                <a:path h="434086" w="403495">
                  <a:moveTo>
                    <a:pt x="391922" y="405384"/>
                  </a:moveTo>
                  <a:cubicBezTo>
                    <a:pt x="347091" y="396748"/>
                    <a:pt x="304419" y="380492"/>
                    <a:pt x="265176" y="357124"/>
                  </a:cubicBezTo>
                  <a:cubicBezTo>
                    <a:pt x="226695" y="334137"/>
                    <a:pt x="192532" y="305054"/>
                    <a:pt x="163703" y="270637"/>
                  </a:cubicBezTo>
                  <a:cubicBezTo>
                    <a:pt x="134620" y="235966"/>
                    <a:pt x="112014" y="196977"/>
                    <a:pt x="96266" y="154813"/>
                  </a:cubicBezTo>
                  <a:cubicBezTo>
                    <a:pt x="83820" y="121285"/>
                    <a:pt x="75946" y="86360"/>
                    <a:pt x="72898" y="50673"/>
                  </a:cubicBezTo>
                  <a:lnTo>
                    <a:pt x="89281" y="67056"/>
                  </a:lnTo>
                  <a:cubicBezTo>
                    <a:pt x="92075" y="69850"/>
                    <a:pt x="95758" y="71247"/>
                    <a:pt x="99441" y="71247"/>
                  </a:cubicBezTo>
                  <a:cubicBezTo>
                    <a:pt x="103124" y="71247"/>
                    <a:pt x="106807" y="69850"/>
                    <a:pt x="109601" y="67056"/>
                  </a:cubicBezTo>
                  <a:cubicBezTo>
                    <a:pt x="115189" y="61468"/>
                    <a:pt x="115189" y="52324"/>
                    <a:pt x="109601" y="46609"/>
                  </a:cubicBezTo>
                  <a:lnTo>
                    <a:pt x="67183" y="4191"/>
                  </a:lnTo>
                  <a:cubicBezTo>
                    <a:pt x="64516" y="1524"/>
                    <a:pt x="60833" y="0"/>
                    <a:pt x="57023" y="0"/>
                  </a:cubicBezTo>
                  <a:cubicBezTo>
                    <a:pt x="53213" y="0"/>
                    <a:pt x="49530" y="1524"/>
                    <a:pt x="46863" y="4191"/>
                  </a:cubicBezTo>
                  <a:lnTo>
                    <a:pt x="4191" y="46609"/>
                  </a:lnTo>
                  <a:cubicBezTo>
                    <a:pt x="-1397" y="52197"/>
                    <a:pt x="-1397" y="61341"/>
                    <a:pt x="4191" y="67056"/>
                  </a:cubicBezTo>
                  <a:cubicBezTo>
                    <a:pt x="9779" y="72771"/>
                    <a:pt x="18923" y="72644"/>
                    <a:pt x="24638" y="67056"/>
                  </a:cubicBezTo>
                  <a:lnTo>
                    <a:pt x="43561" y="48133"/>
                  </a:lnTo>
                  <a:cubicBezTo>
                    <a:pt x="46482" y="88138"/>
                    <a:pt x="54991" y="127381"/>
                    <a:pt x="68961" y="164973"/>
                  </a:cubicBezTo>
                  <a:cubicBezTo>
                    <a:pt x="85852" y="210312"/>
                    <a:pt x="110236" y="252095"/>
                    <a:pt x="141351" y="289306"/>
                  </a:cubicBezTo>
                  <a:cubicBezTo>
                    <a:pt x="172212" y="326263"/>
                    <a:pt x="208915" y="357378"/>
                    <a:pt x="250190" y="382016"/>
                  </a:cubicBezTo>
                  <a:cubicBezTo>
                    <a:pt x="292354" y="407162"/>
                    <a:pt x="338201" y="424561"/>
                    <a:pt x="386207" y="433832"/>
                  </a:cubicBezTo>
                  <a:cubicBezTo>
                    <a:pt x="387096" y="433959"/>
                    <a:pt x="388112" y="434086"/>
                    <a:pt x="389001" y="434086"/>
                  </a:cubicBezTo>
                  <a:cubicBezTo>
                    <a:pt x="395732" y="434086"/>
                    <a:pt x="401828" y="429260"/>
                    <a:pt x="403225" y="422402"/>
                  </a:cubicBezTo>
                  <a:cubicBezTo>
                    <a:pt x="404749" y="414528"/>
                    <a:pt x="399669" y="407035"/>
                    <a:pt x="391795" y="4055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86156" y="636744"/>
              <a:ext cx="452790" cy="359826"/>
            </a:xfrm>
            <a:custGeom>
              <a:avLst/>
              <a:gdLst/>
              <a:ahLst/>
              <a:cxnLst/>
              <a:rect r="r" b="b" t="t" l="l"/>
              <a:pathLst>
                <a:path h="359826" w="452790">
                  <a:moveTo>
                    <a:pt x="442594" y="670"/>
                  </a:moveTo>
                  <a:cubicBezTo>
                    <a:pt x="434974" y="-1743"/>
                    <a:pt x="426846" y="2575"/>
                    <a:pt x="424560" y="10195"/>
                  </a:cubicBezTo>
                  <a:cubicBezTo>
                    <a:pt x="412241" y="50073"/>
                    <a:pt x="393572" y="87538"/>
                    <a:pt x="369315" y="121701"/>
                  </a:cubicBezTo>
                  <a:cubicBezTo>
                    <a:pt x="345312" y="155483"/>
                    <a:pt x="316356" y="185074"/>
                    <a:pt x="283209" y="209839"/>
                  </a:cubicBezTo>
                  <a:cubicBezTo>
                    <a:pt x="249681" y="234858"/>
                    <a:pt x="212725" y="254416"/>
                    <a:pt x="173228" y="267751"/>
                  </a:cubicBezTo>
                  <a:cubicBezTo>
                    <a:pt x="133350" y="281213"/>
                    <a:pt x="91694" y="288198"/>
                    <a:pt x="49149" y="288579"/>
                  </a:cubicBezTo>
                  <a:lnTo>
                    <a:pt x="66929" y="270799"/>
                  </a:lnTo>
                  <a:cubicBezTo>
                    <a:pt x="72517" y="265211"/>
                    <a:pt x="72517" y="256067"/>
                    <a:pt x="66929" y="250352"/>
                  </a:cubicBezTo>
                  <a:cubicBezTo>
                    <a:pt x="61341" y="244637"/>
                    <a:pt x="52197" y="244764"/>
                    <a:pt x="46482" y="250352"/>
                  </a:cubicBezTo>
                  <a:lnTo>
                    <a:pt x="4191" y="292897"/>
                  </a:lnTo>
                  <a:cubicBezTo>
                    <a:pt x="1524" y="295564"/>
                    <a:pt x="0" y="299247"/>
                    <a:pt x="0" y="303057"/>
                  </a:cubicBezTo>
                  <a:cubicBezTo>
                    <a:pt x="0" y="306867"/>
                    <a:pt x="1524" y="310550"/>
                    <a:pt x="4191" y="313217"/>
                  </a:cubicBezTo>
                  <a:lnTo>
                    <a:pt x="46609" y="355635"/>
                  </a:lnTo>
                  <a:cubicBezTo>
                    <a:pt x="49403" y="358429"/>
                    <a:pt x="53086" y="359826"/>
                    <a:pt x="56769" y="359826"/>
                  </a:cubicBezTo>
                  <a:cubicBezTo>
                    <a:pt x="60452" y="359826"/>
                    <a:pt x="64135" y="358429"/>
                    <a:pt x="66929" y="355635"/>
                  </a:cubicBezTo>
                  <a:cubicBezTo>
                    <a:pt x="72517" y="350047"/>
                    <a:pt x="72517" y="340903"/>
                    <a:pt x="66929" y="335188"/>
                  </a:cubicBezTo>
                  <a:lnTo>
                    <a:pt x="49149" y="317408"/>
                  </a:lnTo>
                  <a:cubicBezTo>
                    <a:pt x="94742" y="317027"/>
                    <a:pt x="139573" y="309534"/>
                    <a:pt x="182499" y="295056"/>
                  </a:cubicBezTo>
                  <a:cubicBezTo>
                    <a:pt x="224790" y="280705"/>
                    <a:pt x="264541" y="259750"/>
                    <a:pt x="300481" y="232953"/>
                  </a:cubicBezTo>
                  <a:cubicBezTo>
                    <a:pt x="336041" y="206410"/>
                    <a:pt x="367029" y="174533"/>
                    <a:pt x="392810" y="138338"/>
                  </a:cubicBezTo>
                  <a:cubicBezTo>
                    <a:pt x="418845" y="101635"/>
                    <a:pt x="438784" y="61376"/>
                    <a:pt x="452119" y="18577"/>
                  </a:cubicBezTo>
                  <a:cubicBezTo>
                    <a:pt x="454532" y="10957"/>
                    <a:pt x="450214" y="2829"/>
                    <a:pt x="442594" y="5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08476" y="114300"/>
              <a:ext cx="388474" cy="490602"/>
            </a:xfrm>
            <a:custGeom>
              <a:avLst/>
              <a:gdLst/>
              <a:ahLst/>
              <a:cxnLst/>
              <a:rect r="r" b="b" t="t" l="l"/>
              <a:pathLst>
                <a:path h="490602" w="388474">
                  <a:moveTo>
                    <a:pt x="14459" y="0"/>
                  </a:moveTo>
                  <a:cubicBezTo>
                    <a:pt x="7855" y="0"/>
                    <a:pt x="1886" y="4572"/>
                    <a:pt x="362" y="11303"/>
                  </a:cubicBezTo>
                  <a:cubicBezTo>
                    <a:pt x="-1416" y="19050"/>
                    <a:pt x="3537" y="26797"/>
                    <a:pt x="11284" y="28575"/>
                  </a:cubicBezTo>
                  <a:cubicBezTo>
                    <a:pt x="54845" y="38354"/>
                    <a:pt x="96120" y="55372"/>
                    <a:pt x="134093" y="79248"/>
                  </a:cubicBezTo>
                  <a:cubicBezTo>
                    <a:pt x="171303" y="102616"/>
                    <a:pt x="204196" y="131826"/>
                    <a:pt x="232009" y="165989"/>
                  </a:cubicBezTo>
                  <a:cubicBezTo>
                    <a:pt x="259949" y="200533"/>
                    <a:pt x="281666" y="239014"/>
                    <a:pt x="296652" y="280670"/>
                  </a:cubicBezTo>
                  <a:cubicBezTo>
                    <a:pt x="312146" y="323724"/>
                    <a:pt x="320020" y="368936"/>
                    <a:pt x="320020" y="415037"/>
                  </a:cubicBezTo>
                  <a:cubicBezTo>
                    <a:pt x="320020" y="423546"/>
                    <a:pt x="319766" y="432055"/>
                    <a:pt x="319258" y="440437"/>
                  </a:cubicBezTo>
                  <a:lnTo>
                    <a:pt x="303002" y="421387"/>
                  </a:lnTo>
                  <a:cubicBezTo>
                    <a:pt x="300208" y="418085"/>
                    <a:pt x="296144" y="416307"/>
                    <a:pt x="292080" y="416307"/>
                  </a:cubicBezTo>
                  <a:cubicBezTo>
                    <a:pt x="288778" y="416307"/>
                    <a:pt x="285476" y="417450"/>
                    <a:pt x="282682" y="419736"/>
                  </a:cubicBezTo>
                  <a:cubicBezTo>
                    <a:pt x="276586" y="424943"/>
                    <a:pt x="275951" y="434087"/>
                    <a:pt x="281031" y="440056"/>
                  </a:cubicBezTo>
                  <a:lnTo>
                    <a:pt x="320020" y="485649"/>
                  </a:lnTo>
                  <a:cubicBezTo>
                    <a:pt x="322560" y="488570"/>
                    <a:pt x="326116" y="490348"/>
                    <a:pt x="329926" y="490602"/>
                  </a:cubicBezTo>
                  <a:cubicBezTo>
                    <a:pt x="330307" y="490602"/>
                    <a:pt x="330688" y="490602"/>
                    <a:pt x="331069" y="490602"/>
                  </a:cubicBezTo>
                  <a:cubicBezTo>
                    <a:pt x="334498" y="490602"/>
                    <a:pt x="337800" y="489332"/>
                    <a:pt x="340467" y="487173"/>
                  </a:cubicBezTo>
                  <a:lnTo>
                    <a:pt x="385933" y="448311"/>
                  </a:lnTo>
                  <a:cubicBezTo>
                    <a:pt x="386949" y="447422"/>
                    <a:pt x="387838" y="446406"/>
                    <a:pt x="388473" y="445390"/>
                  </a:cubicBezTo>
                  <a:lnTo>
                    <a:pt x="388473" y="429388"/>
                  </a:lnTo>
                  <a:cubicBezTo>
                    <a:pt x="388219" y="428880"/>
                    <a:pt x="387838" y="428499"/>
                    <a:pt x="387457" y="428118"/>
                  </a:cubicBezTo>
                  <a:cubicBezTo>
                    <a:pt x="384663" y="424816"/>
                    <a:pt x="380599" y="423038"/>
                    <a:pt x="376535" y="423038"/>
                  </a:cubicBezTo>
                  <a:cubicBezTo>
                    <a:pt x="373233" y="423038"/>
                    <a:pt x="369931" y="424181"/>
                    <a:pt x="367137" y="426467"/>
                  </a:cubicBezTo>
                  <a:lnTo>
                    <a:pt x="347960" y="442850"/>
                  </a:lnTo>
                  <a:cubicBezTo>
                    <a:pt x="348595" y="433579"/>
                    <a:pt x="348849" y="424308"/>
                    <a:pt x="348849" y="415037"/>
                  </a:cubicBezTo>
                  <a:cubicBezTo>
                    <a:pt x="348849" y="365507"/>
                    <a:pt x="340467" y="316993"/>
                    <a:pt x="323703" y="270891"/>
                  </a:cubicBezTo>
                  <a:cubicBezTo>
                    <a:pt x="307574" y="226314"/>
                    <a:pt x="284206" y="184912"/>
                    <a:pt x="254234" y="147828"/>
                  </a:cubicBezTo>
                  <a:cubicBezTo>
                    <a:pt x="224516" y="111125"/>
                    <a:pt x="189211" y="79883"/>
                    <a:pt x="149333" y="54737"/>
                  </a:cubicBezTo>
                  <a:cubicBezTo>
                    <a:pt x="108693" y="29210"/>
                    <a:pt x="64370" y="10922"/>
                    <a:pt x="17507" y="381"/>
                  </a:cubicBezTo>
                  <a:cubicBezTo>
                    <a:pt x="16491" y="127"/>
                    <a:pt x="15348" y="0"/>
                    <a:pt x="143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937640" cy="933324"/>
            </a:xfrm>
            <a:custGeom>
              <a:avLst/>
              <a:gdLst/>
              <a:ahLst/>
              <a:cxnLst/>
              <a:rect r="r" b="b" t="t" l="l"/>
              <a:pathLst>
                <a:path h="933324" w="937640">
                  <a:moveTo>
                    <a:pt x="0" y="933324"/>
                  </a:moveTo>
                  <a:lnTo>
                    <a:pt x="937640" y="933324"/>
                  </a:lnTo>
                  <a:lnTo>
                    <a:pt x="9376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79535" y="2777928"/>
            <a:ext cx="189845" cy="116120"/>
            <a:chOff x="0" y="0"/>
            <a:chExt cx="155725" cy="95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852" cy="95377"/>
            </a:xfrm>
            <a:custGeom>
              <a:avLst/>
              <a:gdLst/>
              <a:ahLst/>
              <a:cxnLst/>
              <a:rect r="r" b="b" t="t" l="l"/>
              <a:pathLst>
                <a:path h="95377" w="155852">
                  <a:moveTo>
                    <a:pt x="155725" y="47625"/>
                  </a:moveTo>
                  <a:cubicBezTo>
                    <a:pt x="155725" y="53975"/>
                    <a:pt x="153648" y="60071"/>
                    <a:pt x="149703" y="65913"/>
                  </a:cubicBezTo>
                  <a:cubicBezTo>
                    <a:pt x="145758" y="71755"/>
                    <a:pt x="140152" y="76835"/>
                    <a:pt x="132885" y="81407"/>
                  </a:cubicBezTo>
                  <a:cubicBezTo>
                    <a:pt x="125618" y="85979"/>
                    <a:pt x="117105" y="89281"/>
                    <a:pt x="107554" y="91694"/>
                  </a:cubicBezTo>
                  <a:cubicBezTo>
                    <a:pt x="98003" y="94107"/>
                    <a:pt x="88036" y="95377"/>
                    <a:pt x="77655" y="95377"/>
                  </a:cubicBezTo>
                  <a:cubicBezTo>
                    <a:pt x="67273" y="95377"/>
                    <a:pt x="57307" y="94107"/>
                    <a:pt x="47756" y="91694"/>
                  </a:cubicBezTo>
                  <a:cubicBezTo>
                    <a:pt x="38204" y="89281"/>
                    <a:pt x="29899" y="85852"/>
                    <a:pt x="22424" y="81407"/>
                  </a:cubicBezTo>
                  <a:cubicBezTo>
                    <a:pt x="14950" y="76962"/>
                    <a:pt x="9966" y="71628"/>
                    <a:pt x="6021" y="65913"/>
                  </a:cubicBezTo>
                  <a:cubicBezTo>
                    <a:pt x="2076" y="60198"/>
                    <a:pt x="0" y="53975"/>
                    <a:pt x="0" y="47625"/>
                  </a:cubicBezTo>
                  <a:cubicBezTo>
                    <a:pt x="0" y="41275"/>
                    <a:pt x="2076" y="35179"/>
                    <a:pt x="6021" y="29337"/>
                  </a:cubicBezTo>
                  <a:cubicBezTo>
                    <a:pt x="9966" y="23495"/>
                    <a:pt x="15572" y="18415"/>
                    <a:pt x="22840" y="13970"/>
                  </a:cubicBezTo>
                  <a:cubicBezTo>
                    <a:pt x="30107" y="9525"/>
                    <a:pt x="38620" y="6096"/>
                    <a:pt x="47963" y="3683"/>
                  </a:cubicBezTo>
                  <a:cubicBezTo>
                    <a:pt x="57307" y="1270"/>
                    <a:pt x="67481" y="0"/>
                    <a:pt x="77862" y="0"/>
                  </a:cubicBezTo>
                  <a:cubicBezTo>
                    <a:pt x="88244" y="0"/>
                    <a:pt x="98210" y="1270"/>
                    <a:pt x="107761" y="3683"/>
                  </a:cubicBezTo>
                  <a:cubicBezTo>
                    <a:pt x="117313" y="6096"/>
                    <a:pt x="125618" y="9525"/>
                    <a:pt x="133093" y="13970"/>
                  </a:cubicBezTo>
                  <a:cubicBezTo>
                    <a:pt x="140567" y="18415"/>
                    <a:pt x="145966" y="23622"/>
                    <a:pt x="149911" y="29464"/>
                  </a:cubicBezTo>
                  <a:cubicBezTo>
                    <a:pt x="153856" y="35306"/>
                    <a:pt x="155852" y="41402"/>
                    <a:pt x="155852" y="47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79535" y="3219183"/>
            <a:ext cx="189845" cy="116120"/>
            <a:chOff x="0" y="0"/>
            <a:chExt cx="155725" cy="95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5852" cy="95377"/>
            </a:xfrm>
            <a:custGeom>
              <a:avLst/>
              <a:gdLst/>
              <a:ahLst/>
              <a:cxnLst/>
              <a:rect r="r" b="b" t="t" l="l"/>
              <a:pathLst>
                <a:path h="95377" w="155852">
                  <a:moveTo>
                    <a:pt x="155725" y="47625"/>
                  </a:moveTo>
                  <a:cubicBezTo>
                    <a:pt x="155725" y="53975"/>
                    <a:pt x="153648" y="60071"/>
                    <a:pt x="149703" y="65913"/>
                  </a:cubicBezTo>
                  <a:cubicBezTo>
                    <a:pt x="145758" y="71755"/>
                    <a:pt x="140152" y="76835"/>
                    <a:pt x="132885" y="81407"/>
                  </a:cubicBezTo>
                  <a:cubicBezTo>
                    <a:pt x="125618" y="85979"/>
                    <a:pt x="117105" y="89281"/>
                    <a:pt x="107554" y="91694"/>
                  </a:cubicBezTo>
                  <a:cubicBezTo>
                    <a:pt x="98003" y="94107"/>
                    <a:pt x="88036" y="95377"/>
                    <a:pt x="77655" y="95377"/>
                  </a:cubicBezTo>
                  <a:cubicBezTo>
                    <a:pt x="67273" y="95377"/>
                    <a:pt x="57307" y="94107"/>
                    <a:pt x="47756" y="91694"/>
                  </a:cubicBezTo>
                  <a:cubicBezTo>
                    <a:pt x="38204" y="89281"/>
                    <a:pt x="29899" y="85852"/>
                    <a:pt x="22424" y="81407"/>
                  </a:cubicBezTo>
                  <a:cubicBezTo>
                    <a:pt x="14950" y="76962"/>
                    <a:pt x="9966" y="71628"/>
                    <a:pt x="6021" y="65913"/>
                  </a:cubicBezTo>
                  <a:cubicBezTo>
                    <a:pt x="2076" y="60198"/>
                    <a:pt x="0" y="53975"/>
                    <a:pt x="0" y="47625"/>
                  </a:cubicBezTo>
                  <a:cubicBezTo>
                    <a:pt x="0" y="41275"/>
                    <a:pt x="2076" y="35179"/>
                    <a:pt x="6021" y="29337"/>
                  </a:cubicBezTo>
                  <a:cubicBezTo>
                    <a:pt x="9966" y="23495"/>
                    <a:pt x="15572" y="18415"/>
                    <a:pt x="22840" y="13970"/>
                  </a:cubicBezTo>
                  <a:cubicBezTo>
                    <a:pt x="30107" y="9525"/>
                    <a:pt x="38620" y="6096"/>
                    <a:pt x="47963" y="3683"/>
                  </a:cubicBezTo>
                  <a:cubicBezTo>
                    <a:pt x="57307" y="1270"/>
                    <a:pt x="67481" y="0"/>
                    <a:pt x="77862" y="0"/>
                  </a:cubicBezTo>
                  <a:cubicBezTo>
                    <a:pt x="88244" y="0"/>
                    <a:pt x="98210" y="1270"/>
                    <a:pt x="107761" y="3683"/>
                  </a:cubicBezTo>
                  <a:cubicBezTo>
                    <a:pt x="117313" y="6096"/>
                    <a:pt x="125618" y="9525"/>
                    <a:pt x="133093" y="13970"/>
                  </a:cubicBezTo>
                  <a:cubicBezTo>
                    <a:pt x="140567" y="18415"/>
                    <a:pt x="145966" y="23622"/>
                    <a:pt x="149911" y="29464"/>
                  </a:cubicBezTo>
                  <a:cubicBezTo>
                    <a:pt x="153856" y="35306"/>
                    <a:pt x="155852" y="41402"/>
                    <a:pt x="155852" y="47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79535" y="4452335"/>
            <a:ext cx="173162" cy="105916"/>
            <a:chOff x="0" y="0"/>
            <a:chExt cx="155725" cy="95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852" cy="95377"/>
            </a:xfrm>
            <a:custGeom>
              <a:avLst/>
              <a:gdLst/>
              <a:ahLst/>
              <a:cxnLst/>
              <a:rect r="r" b="b" t="t" l="l"/>
              <a:pathLst>
                <a:path h="95377" w="155852">
                  <a:moveTo>
                    <a:pt x="155725" y="47625"/>
                  </a:moveTo>
                  <a:cubicBezTo>
                    <a:pt x="155725" y="53975"/>
                    <a:pt x="153648" y="60071"/>
                    <a:pt x="149703" y="65913"/>
                  </a:cubicBezTo>
                  <a:cubicBezTo>
                    <a:pt x="145758" y="71755"/>
                    <a:pt x="140152" y="76835"/>
                    <a:pt x="132885" y="81407"/>
                  </a:cubicBezTo>
                  <a:cubicBezTo>
                    <a:pt x="125618" y="85979"/>
                    <a:pt x="117105" y="89281"/>
                    <a:pt x="107554" y="91694"/>
                  </a:cubicBezTo>
                  <a:cubicBezTo>
                    <a:pt x="98003" y="94107"/>
                    <a:pt x="88036" y="95377"/>
                    <a:pt x="77655" y="95377"/>
                  </a:cubicBezTo>
                  <a:cubicBezTo>
                    <a:pt x="67273" y="95377"/>
                    <a:pt x="57307" y="94107"/>
                    <a:pt x="47756" y="91694"/>
                  </a:cubicBezTo>
                  <a:cubicBezTo>
                    <a:pt x="38204" y="89281"/>
                    <a:pt x="29899" y="85852"/>
                    <a:pt x="22424" y="81407"/>
                  </a:cubicBezTo>
                  <a:cubicBezTo>
                    <a:pt x="14950" y="76962"/>
                    <a:pt x="9966" y="71628"/>
                    <a:pt x="6021" y="65913"/>
                  </a:cubicBezTo>
                  <a:cubicBezTo>
                    <a:pt x="2076" y="60198"/>
                    <a:pt x="0" y="53975"/>
                    <a:pt x="0" y="47625"/>
                  </a:cubicBezTo>
                  <a:cubicBezTo>
                    <a:pt x="0" y="41275"/>
                    <a:pt x="2076" y="35179"/>
                    <a:pt x="6021" y="29337"/>
                  </a:cubicBezTo>
                  <a:cubicBezTo>
                    <a:pt x="9966" y="23495"/>
                    <a:pt x="15572" y="18415"/>
                    <a:pt x="22840" y="13970"/>
                  </a:cubicBezTo>
                  <a:cubicBezTo>
                    <a:pt x="30107" y="9525"/>
                    <a:pt x="38620" y="6096"/>
                    <a:pt x="47963" y="3683"/>
                  </a:cubicBezTo>
                  <a:cubicBezTo>
                    <a:pt x="57307" y="1270"/>
                    <a:pt x="67481" y="0"/>
                    <a:pt x="77862" y="0"/>
                  </a:cubicBezTo>
                  <a:cubicBezTo>
                    <a:pt x="88244" y="0"/>
                    <a:pt x="98210" y="1270"/>
                    <a:pt x="107761" y="3683"/>
                  </a:cubicBezTo>
                  <a:cubicBezTo>
                    <a:pt x="117313" y="6096"/>
                    <a:pt x="125618" y="9525"/>
                    <a:pt x="133093" y="13970"/>
                  </a:cubicBezTo>
                  <a:cubicBezTo>
                    <a:pt x="140567" y="18415"/>
                    <a:pt x="145966" y="23622"/>
                    <a:pt x="149911" y="29464"/>
                  </a:cubicBezTo>
                  <a:cubicBezTo>
                    <a:pt x="153856" y="35306"/>
                    <a:pt x="155852" y="41402"/>
                    <a:pt x="155852" y="47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9535" y="4854816"/>
            <a:ext cx="173162" cy="105916"/>
            <a:chOff x="0" y="0"/>
            <a:chExt cx="155725" cy="95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852" cy="95377"/>
            </a:xfrm>
            <a:custGeom>
              <a:avLst/>
              <a:gdLst/>
              <a:ahLst/>
              <a:cxnLst/>
              <a:rect r="r" b="b" t="t" l="l"/>
              <a:pathLst>
                <a:path h="95377" w="155852">
                  <a:moveTo>
                    <a:pt x="155725" y="47625"/>
                  </a:moveTo>
                  <a:cubicBezTo>
                    <a:pt x="155725" y="53975"/>
                    <a:pt x="153648" y="60071"/>
                    <a:pt x="149703" y="65913"/>
                  </a:cubicBezTo>
                  <a:cubicBezTo>
                    <a:pt x="145758" y="71755"/>
                    <a:pt x="140152" y="76835"/>
                    <a:pt x="132885" y="81407"/>
                  </a:cubicBezTo>
                  <a:cubicBezTo>
                    <a:pt x="125618" y="85979"/>
                    <a:pt x="117105" y="89281"/>
                    <a:pt x="107554" y="91694"/>
                  </a:cubicBezTo>
                  <a:cubicBezTo>
                    <a:pt x="98003" y="94107"/>
                    <a:pt x="88036" y="95377"/>
                    <a:pt x="77655" y="95377"/>
                  </a:cubicBezTo>
                  <a:cubicBezTo>
                    <a:pt x="67273" y="95377"/>
                    <a:pt x="57307" y="94107"/>
                    <a:pt x="47756" y="91694"/>
                  </a:cubicBezTo>
                  <a:cubicBezTo>
                    <a:pt x="38204" y="89281"/>
                    <a:pt x="29899" y="85852"/>
                    <a:pt x="22424" y="81407"/>
                  </a:cubicBezTo>
                  <a:cubicBezTo>
                    <a:pt x="14950" y="76962"/>
                    <a:pt x="9966" y="71628"/>
                    <a:pt x="6021" y="65913"/>
                  </a:cubicBezTo>
                  <a:cubicBezTo>
                    <a:pt x="2076" y="60198"/>
                    <a:pt x="0" y="53975"/>
                    <a:pt x="0" y="47625"/>
                  </a:cubicBezTo>
                  <a:cubicBezTo>
                    <a:pt x="0" y="41275"/>
                    <a:pt x="2076" y="35179"/>
                    <a:pt x="6021" y="29337"/>
                  </a:cubicBezTo>
                  <a:cubicBezTo>
                    <a:pt x="9966" y="23495"/>
                    <a:pt x="15572" y="18415"/>
                    <a:pt x="22840" y="13970"/>
                  </a:cubicBezTo>
                  <a:cubicBezTo>
                    <a:pt x="30107" y="9525"/>
                    <a:pt x="38620" y="6096"/>
                    <a:pt x="47963" y="3683"/>
                  </a:cubicBezTo>
                  <a:cubicBezTo>
                    <a:pt x="57307" y="1270"/>
                    <a:pt x="67481" y="0"/>
                    <a:pt x="77862" y="0"/>
                  </a:cubicBezTo>
                  <a:cubicBezTo>
                    <a:pt x="88244" y="0"/>
                    <a:pt x="98210" y="1270"/>
                    <a:pt x="107761" y="3683"/>
                  </a:cubicBezTo>
                  <a:cubicBezTo>
                    <a:pt x="117313" y="6096"/>
                    <a:pt x="125618" y="9525"/>
                    <a:pt x="133093" y="13970"/>
                  </a:cubicBezTo>
                  <a:cubicBezTo>
                    <a:pt x="140567" y="18415"/>
                    <a:pt x="145966" y="23622"/>
                    <a:pt x="149911" y="29464"/>
                  </a:cubicBezTo>
                  <a:cubicBezTo>
                    <a:pt x="153856" y="35306"/>
                    <a:pt x="155852" y="41402"/>
                    <a:pt x="155852" y="47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29464" y="8260163"/>
            <a:ext cx="95250" cy="95250"/>
            <a:chOff x="0" y="0"/>
            <a:chExt cx="95250" cy="95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788958" y="8634341"/>
            <a:ext cx="95250" cy="95250"/>
            <a:chOff x="0" y="0"/>
            <a:chExt cx="95250" cy="952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377" cy="95377"/>
            </a:xfrm>
            <a:custGeom>
              <a:avLst/>
              <a:gdLst/>
              <a:ahLst/>
              <a:cxnLst/>
              <a:rect r="r" b="b" t="t" l="l"/>
              <a:pathLst>
                <a:path h="95377" w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350919" y="6551618"/>
            <a:ext cx="976748" cy="892028"/>
            <a:chOff x="0" y="0"/>
            <a:chExt cx="1044448" cy="9538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816" y="63500"/>
              <a:ext cx="914084" cy="826767"/>
            </a:xfrm>
            <a:custGeom>
              <a:avLst/>
              <a:gdLst/>
              <a:ahLst/>
              <a:cxnLst/>
              <a:rect r="r" b="b" t="t" l="l"/>
              <a:pathLst>
                <a:path h="826767" w="914084">
                  <a:moveTo>
                    <a:pt x="457138" y="54737"/>
                  </a:moveTo>
                  <a:cubicBezTo>
                    <a:pt x="477966" y="54737"/>
                    <a:pt x="498794" y="65024"/>
                    <a:pt x="510732" y="85724"/>
                  </a:cubicBezTo>
                  <a:lnTo>
                    <a:pt x="856426" y="681860"/>
                  </a:lnTo>
                  <a:cubicBezTo>
                    <a:pt x="880429" y="723135"/>
                    <a:pt x="850584" y="774951"/>
                    <a:pt x="802832" y="775078"/>
                  </a:cubicBezTo>
                  <a:lnTo>
                    <a:pt x="114492" y="775840"/>
                  </a:lnTo>
                  <a:cubicBezTo>
                    <a:pt x="66740" y="775840"/>
                    <a:pt x="36895" y="724278"/>
                    <a:pt x="60644" y="682876"/>
                  </a:cubicBezTo>
                  <a:lnTo>
                    <a:pt x="403290" y="85978"/>
                  </a:lnTo>
                  <a:cubicBezTo>
                    <a:pt x="415228" y="65151"/>
                    <a:pt x="436183" y="54864"/>
                    <a:pt x="457138" y="54864"/>
                  </a:cubicBezTo>
                  <a:close/>
                  <a:moveTo>
                    <a:pt x="457519" y="0"/>
                  </a:moveTo>
                  <a:cubicBezTo>
                    <a:pt x="419165" y="254"/>
                    <a:pt x="380811" y="19431"/>
                    <a:pt x="358967" y="57531"/>
                  </a:cubicBezTo>
                  <a:lnTo>
                    <a:pt x="15432" y="654936"/>
                  </a:lnTo>
                  <a:cubicBezTo>
                    <a:pt x="-28510" y="731390"/>
                    <a:pt x="26608" y="826767"/>
                    <a:pt x="114873" y="826767"/>
                  </a:cubicBezTo>
                  <a:lnTo>
                    <a:pt x="801943" y="826767"/>
                  </a:lnTo>
                  <a:cubicBezTo>
                    <a:pt x="859601" y="826767"/>
                    <a:pt x="903162" y="786000"/>
                    <a:pt x="914084" y="736470"/>
                  </a:cubicBezTo>
                  <a:lnTo>
                    <a:pt x="914084" y="687448"/>
                  </a:lnTo>
                  <a:cubicBezTo>
                    <a:pt x="911671" y="676399"/>
                    <a:pt x="907480" y="665477"/>
                    <a:pt x="901384" y="654936"/>
                  </a:cubicBezTo>
                  <a:lnTo>
                    <a:pt x="557849" y="57531"/>
                  </a:lnTo>
                  <a:cubicBezTo>
                    <a:pt x="536005" y="19431"/>
                    <a:pt x="497651" y="254"/>
                    <a:pt x="4592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66924" y="320546"/>
              <a:ext cx="105938" cy="310260"/>
            </a:xfrm>
            <a:custGeom>
              <a:avLst/>
              <a:gdLst/>
              <a:ahLst/>
              <a:cxnLst/>
              <a:rect r="r" b="b" t="t" l="l"/>
              <a:pathLst>
                <a:path h="310260" w="105938">
                  <a:moveTo>
                    <a:pt x="52125" y="310261"/>
                  </a:moveTo>
                  <a:cubicBezTo>
                    <a:pt x="37266" y="310261"/>
                    <a:pt x="22407" y="299339"/>
                    <a:pt x="20883" y="283591"/>
                  </a:cubicBezTo>
                  <a:cubicBezTo>
                    <a:pt x="14279" y="218567"/>
                    <a:pt x="7294" y="143002"/>
                    <a:pt x="182" y="57024"/>
                  </a:cubicBezTo>
                  <a:cubicBezTo>
                    <a:pt x="-2358" y="25274"/>
                    <a:pt x="22026" y="-126"/>
                    <a:pt x="53141" y="1"/>
                  </a:cubicBezTo>
                  <a:cubicBezTo>
                    <a:pt x="84256" y="128"/>
                    <a:pt x="108513" y="25655"/>
                    <a:pt x="105719" y="57405"/>
                  </a:cubicBezTo>
                  <a:cubicBezTo>
                    <a:pt x="98099" y="143256"/>
                    <a:pt x="90733" y="218694"/>
                    <a:pt x="83621" y="283718"/>
                  </a:cubicBezTo>
                  <a:cubicBezTo>
                    <a:pt x="81970" y="299339"/>
                    <a:pt x="66984" y="310134"/>
                    <a:pt x="52125" y="3101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73449" y="667252"/>
              <a:ext cx="91074" cy="93368"/>
            </a:xfrm>
            <a:custGeom>
              <a:avLst/>
              <a:gdLst/>
              <a:ahLst/>
              <a:cxnLst/>
              <a:rect r="r" b="b" t="t" l="l"/>
              <a:pathLst>
                <a:path h="93368" w="91074">
                  <a:moveTo>
                    <a:pt x="41917" y="131"/>
                  </a:moveTo>
                  <a:cubicBezTo>
                    <a:pt x="66936" y="-1774"/>
                    <a:pt x="89034" y="17402"/>
                    <a:pt x="90939" y="43056"/>
                  </a:cubicBezTo>
                  <a:cubicBezTo>
                    <a:pt x="92844" y="68710"/>
                    <a:pt x="74302" y="91189"/>
                    <a:pt x="49156" y="93221"/>
                  </a:cubicBezTo>
                  <a:cubicBezTo>
                    <a:pt x="24010" y="95253"/>
                    <a:pt x="2039" y="75949"/>
                    <a:pt x="134" y="50295"/>
                  </a:cubicBezTo>
                  <a:cubicBezTo>
                    <a:pt x="-1771" y="24641"/>
                    <a:pt x="16771" y="2163"/>
                    <a:pt x="41917" y="1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63500"/>
              <a:ext cx="917448" cy="826894"/>
            </a:xfrm>
            <a:custGeom>
              <a:avLst/>
              <a:gdLst/>
              <a:ahLst/>
              <a:cxnLst/>
              <a:rect r="r" b="b" t="t" l="l"/>
              <a:pathLst>
                <a:path h="826894" w="917448">
                  <a:moveTo>
                    <a:pt x="0" y="826894"/>
                  </a:moveTo>
                  <a:lnTo>
                    <a:pt x="917448" y="826894"/>
                  </a:lnTo>
                  <a:lnTo>
                    <a:pt x="917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075637" y="6764166"/>
            <a:ext cx="93154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2407" y="7768139"/>
            <a:ext cx="4145185" cy="107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invisible pressure disturbances generated by moving vehicles.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18473" y="6729024"/>
            <a:ext cx="132147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300258" y="7934979"/>
            <a:ext cx="4236430" cy="73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real-time signal analysis natively on a Cortex-M core.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0905" y="2538822"/>
            <a:ext cx="14633146" cy="11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6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highly sensitive MEMS acoustic sensors. Processes physical data locally on a Cortex-M microcontroller.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606779" y="6756153"/>
            <a:ext cx="870943" cy="40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3826" y="4267803"/>
            <a:ext cx="15081858" cy="101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Deploys TinyML and Edge-AI directly on the chip. Triggers life-saving early warnings without relying on: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9535" y="956310"/>
            <a:ext cx="16455454" cy="103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3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Detecting approaching vehicles before they become visible by capturing the low-frequency pressure waves they push ahead of them.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572289" y="7692244"/>
            <a:ext cx="492597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 immediate driver alerts through: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90354" y="8101819"/>
            <a:ext cx="4992691" cy="73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indicators (LEDs/Display) Audible alarms (Buzzer)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89" y="1434730"/>
            <a:ext cx="950983" cy="373169"/>
          </a:xfrm>
          <a:custGeom>
            <a:avLst/>
            <a:gdLst/>
            <a:ahLst/>
            <a:cxnLst/>
            <a:rect r="r" b="b" t="t" l="l"/>
            <a:pathLst>
              <a:path h="373169" w="950983">
                <a:moveTo>
                  <a:pt x="0" y="0"/>
                </a:moveTo>
                <a:lnTo>
                  <a:pt x="950983" y="0"/>
                </a:lnTo>
                <a:lnTo>
                  <a:pt x="950983" y="373169"/>
                </a:lnTo>
                <a:lnTo>
                  <a:pt x="0" y="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280" y="425869"/>
            <a:ext cx="16706764" cy="1765754"/>
            <a:chOff x="0" y="0"/>
            <a:chExt cx="22275686" cy="23543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3717458" cy="3654295"/>
            <a:chOff x="0" y="0"/>
            <a:chExt cx="5227676" cy="51388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27701" cy="5138801"/>
            </a:xfrm>
            <a:custGeom>
              <a:avLst/>
              <a:gdLst/>
              <a:ahLst/>
              <a:cxnLst/>
              <a:rect r="r" b="b" t="t" l="l"/>
              <a:pathLst>
                <a:path h="5138801" w="5227701">
                  <a:moveTo>
                    <a:pt x="0" y="0"/>
                  </a:moveTo>
                  <a:lnTo>
                    <a:pt x="5227701" y="0"/>
                  </a:lnTo>
                  <a:lnTo>
                    <a:pt x="5227701" y="5138801"/>
                  </a:lnTo>
                  <a:lnTo>
                    <a:pt x="0" y="513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0" t="0" r="-33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95467" y="5006288"/>
            <a:ext cx="2078835" cy="1828800"/>
            <a:chOff x="0" y="0"/>
            <a:chExt cx="2923362" cy="2571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3413" cy="2571750"/>
            </a:xfrm>
            <a:custGeom>
              <a:avLst/>
              <a:gdLst/>
              <a:ahLst/>
              <a:cxnLst/>
              <a:rect r="r" b="b" t="t" l="l"/>
              <a:pathLst>
                <a:path h="2571750" w="2923413">
                  <a:moveTo>
                    <a:pt x="0" y="0"/>
                  </a:moveTo>
                  <a:lnTo>
                    <a:pt x="2923413" y="0"/>
                  </a:lnTo>
                  <a:lnTo>
                    <a:pt x="2923413" y="257175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0" t="0" r="-29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738182" y="4876800"/>
            <a:ext cx="2078835" cy="1828800"/>
            <a:chOff x="0" y="0"/>
            <a:chExt cx="2923362" cy="2571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23413" cy="2571750"/>
            </a:xfrm>
            <a:custGeom>
              <a:avLst/>
              <a:gdLst/>
              <a:ahLst/>
              <a:cxnLst/>
              <a:rect r="r" b="b" t="t" l="l"/>
              <a:pathLst>
                <a:path h="2571750" w="2923413">
                  <a:moveTo>
                    <a:pt x="0" y="0"/>
                  </a:moveTo>
                  <a:lnTo>
                    <a:pt x="2923413" y="0"/>
                  </a:lnTo>
                  <a:lnTo>
                    <a:pt x="2923413" y="2571750"/>
                  </a:lnTo>
                  <a:lnTo>
                    <a:pt x="0" y="2571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0" t="0" r="-29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15442" y="3695639"/>
            <a:ext cx="5380863" cy="4469000"/>
            <a:chOff x="0" y="0"/>
            <a:chExt cx="7566838" cy="6284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66787" cy="6284595"/>
            </a:xfrm>
            <a:custGeom>
              <a:avLst/>
              <a:gdLst/>
              <a:ahLst/>
              <a:cxnLst/>
              <a:rect r="r" b="b" t="t" l="l"/>
              <a:pathLst>
                <a:path h="6284595" w="7566787">
                  <a:moveTo>
                    <a:pt x="0" y="0"/>
                  </a:moveTo>
                  <a:lnTo>
                    <a:pt x="7566787" y="0"/>
                  </a:lnTo>
                  <a:lnTo>
                    <a:pt x="7566787" y="6284595"/>
                  </a:lnTo>
                  <a:lnTo>
                    <a:pt x="0" y="6284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90" t="0" r="-44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47827" y="3609916"/>
            <a:ext cx="5380863" cy="4469000"/>
            <a:chOff x="0" y="0"/>
            <a:chExt cx="7566838" cy="62845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66787" cy="6284595"/>
            </a:xfrm>
            <a:custGeom>
              <a:avLst/>
              <a:gdLst/>
              <a:ahLst/>
              <a:cxnLst/>
              <a:rect r="r" b="b" t="t" l="l"/>
              <a:pathLst>
                <a:path h="6284595" w="7566787">
                  <a:moveTo>
                    <a:pt x="0" y="0"/>
                  </a:moveTo>
                  <a:lnTo>
                    <a:pt x="7566787" y="0"/>
                  </a:lnTo>
                  <a:lnTo>
                    <a:pt x="7566787" y="6284595"/>
                  </a:lnTo>
                  <a:lnTo>
                    <a:pt x="0" y="6284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90" t="0" r="-44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04029" y="2823775"/>
            <a:ext cx="3931685" cy="1016000"/>
            <a:chOff x="0" y="0"/>
            <a:chExt cx="5528932" cy="1428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28945" cy="1428750"/>
            </a:xfrm>
            <a:custGeom>
              <a:avLst/>
              <a:gdLst/>
              <a:ahLst/>
              <a:cxnLst/>
              <a:rect r="r" b="b" t="t" l="l"/>
              <a:pathLst>
                <a:path h="1428750" w="5528945">
                  <a:moveTo>
                    <a:pt x="0" y="0"/>
                  </a:moveTo>
                  <a:lnTo>
                    <a:pt x="5528945" y="0"/>
                  </a:lnTo>
                  <a:lnTo>
                    <a:pt x="5528945" y="1428750"/>
                  </a:lnTo>
                  <a:lnTo>
                    <a:pt x="0" y="142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0" t="0" r="-34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790573" y="0"/>
            <a:ext cx="4545738" cy="3454400"/>
            <a:chOff x="0" y="0"/>
            <a:chExt cx="6392443" cy="48577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92418" cy="4857750"/>
            </a:xfrm>
            <a:custGeom>
              <a:avLst/>
              <a:gdLst/>
              <a:ahLst/>
              <a:cxnLst/>
              <a:rect r="r" b="b" t="t" l="l"/>
              <a:pathLst>
                <a:path h="4857750" w="6392418">
                  <a:moveTo>
                    <a:pt x="0" y="0"/>
                  </a:moveTo>
                  <a:lnTo>
                    <a:pt x="6392418" y="0"/>
                  </a:lnTo>
                  <a:lnTo>
                    <a:pt x="6392418" y="4857750"/>
                  </a:lnTo>
                  <a:lnTo>
                    <a:pt x="0" y="485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90" t="0" r="-40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75826" y="2883074"/>
            <a:ext cx="3931685" cy="1016000"/>
            <a:chOff x="0" y="0"/>
            <a:chExt cx="5528932" cy="14287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28945" cy="1428750"/>
            </a:xfrm>
            <a:custGeom>
              <a:avLst/>
              <a:gdLst/>
              <a:ahLst/>
              <a:cxnLst/>
              <a:rect r="r" b="b" t="t" l="l"/>
              <a:pathLst>
                <a:path h="1428750" w="5528945">
                  <a:moveTo>
                    <a:pt x="0" y="0"/>
                  </a:moveTo>
                  <a:lnTo>
                    <a:pt x="5528945" y="0"/>
                  </a:lnTo>
                  <a:lnTo>
                    <a:pt x="5528945" y="1428750"/>
                  </a:lnTo>
                  <a:lnTo>
                    <a:pt x="0" y="142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0" t="0" r="-349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0" y="6096000"/>
            <a:ext cx="3314210" cy="3657365"/>
            <a:chOff x="0" y="0"/>
            <a:chExt cx="4660608" cy="51431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60646" cy="5143119"/>
            </a:xfrm>
            <a:custGeom>
              <a:avLst/>
              <a:gdLst/>
              <a:ahLst/>
              <a:cxnLst/>
              <a:rect r="r" b="b" t="t" l="l"/>
              <a:pathLst>
                <a:path h="5143119" w="4660646">
                  <a:moveTo>
                    <a:pt x="0" y="0"/>
                  </a:moveTo>
                  <a:lnTo>
                    <a:pt x="4660646" y="0"/>
                  </a:lnTo>
                  <a:lnTo>
                    <a:pt x="4660646" y="5143119"/>
                  </a:lnTo>
                  <a:lnTo>
                    <a:pt x="0" y="5143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90" t="0" r="-425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239751" y="6908800"/>
            <a:ext cx="3099983" cy="2844800"/>
            <a:chOff x="0" y="0"/>
            <a:chExt cx="4359351" cy="4000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59402" cy="4000500"/>
            </a:xfrm>
            <a:custGeom>
              <a:avLst/>
              <a:gdLst/>
              <a:ahLst/>
              <a:cxnLst/>
              <a:rect r="r" b="b" t="t" l="l"/>
              <a:pathLst>
                <a:path h="4000500" w="4359402">
                  <a:moveTo>
                    <a:pt x="0" y="0"/>
                  </a:moveTo>
                  <a:lnTo>
                    <a:pt x="4359402" y="0"/>
                  </a:lnTo>
                  <a:lnTo>
                    <a:pt x="4359402" y="4000500"/>
                  </a:lnTo>
                  <a:lnTo>
                    <a:pt x="0" y="400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90" t="0" r="-480" b="-10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950" y="2844800"/>
            <a:ext cx="3931685" cy="1016000"/>
            <a:chOff x="0" y="0"/>
            <a:chExt cx="5528932" cy="1428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28945" cy="1428750"/>
            </a:xfrm>
            <a:custGeom>
              <a:avLst/>
              <a:gdLst/>
              <a:ahLst/>
              <a:cxnLst/>
              <a:rect r="r" b="b" t="t" l="l"/>
              <a:pathLst>
                <a:path h="1428750" w="5528945">
                  <a:moveTo>
                    <a:pt x="0" y="0"/>
                  </a:moveTo>
                  <a:lnTo>
                    <a:pt x="5528945" y="0"/>
                  </a:lnTo>
                  <a:lnTo>
                    <a:pt x="5528945" y="1428750"/>
                  </a:lnTo>
                  <a:lnTo>
                    <a:pt x="0" y="142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0" t="0" r="-34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03248" y="3657600"/>
            <a:ext cx="5380863" cy="4469000"/>
            <a:chOff x="0" y="0"/>
            <a:chExt cx="7566838" cy="62845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66787" cy="6284595"/>
            </a:xfrm>
            <a:custGeom>
              <a:avLst/>
              <a:gdLst/>
              <a:ahLst/>
              <a:cxnLst/>
              <a:rect r="r" b="b" t="t" l="l"/>
              <a:pathLst>
                <a:path h="6284595" w="7566787">
                  <a:moveTo>
                    <a:pt x="0" y="0"/>
                  </a:moveTo>
                  <a:lnTo>
                    <a:pt x="7566787" y="0"/>
                  </a:lnTo>
                  <a:lnTo>
                    <a:pt x="7566787" y="6284595"/>
                  </a:lnTo>
                  <a:lnTo>
                    <a:pt x="0" y="6284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90" t="0" r="-44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9716" y="5892800"/>
            <a:ext cx="1045929" cy="406400"/>
            <a:chOff x="0" y="0"/>
            <a:chExt cx="1470838" cy="571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70787" cy="571500"/>
            </a:xfrm>
            <a:custGeom>
              <a:avLst/>
              <a:gdLst/>
              <a:ahLst/>
              <a:cxnLst/>
              <a:rect r="r" b="b" t="t" l="l"/>
              <a:pathLst>
                <a:path h="571500" w="1470787">
                  <a:moveTo>
                    <a:pt x="0" y="0"/>
                  </a:moveTo>
                  <a:lnTo>
                    <a:pt x="1470787" y="0"/>
                  </a:lnTo>
                  <a:lnTo>
                    <a:pt x="1470787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90" t="0" r="-394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25645" y="5892800"/>
            <a:ext cx="2280879" cy="406400"/>
            <a:chOff x="0" y="0"/>
            <a:chExt cx="3207487" cy="571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07512" cy="571500"/>
            </a:xfrm>
            <a:custGeom>
              <a:avLst/>
              <a:gdLst/>
              <a:ahLst/>
              <a:cxnLst/>
              <a:rect r="r" b="b" t="t" l="l"/>
              <a:pathLst>
                <a:path h="571500" w="3207512">
                  <a:moveTo>
                    <a:pt x="0" y="0"/>
                  </a:moveTo>
                  <a:lnTo>
                    <a:pt x="3207512" y="0"/>
                  </a:lnTo>
                  <a:lnTo>
                    <a:pt x="3207512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390" t="0" r="-389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73098" y="6502400"/>
            <a:ext cx="831702" cy="812800"/>
            <a:chOff x="0" y="0"/>
            <a:chExt cx="1169581" cy="114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69543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69543">
                  <a:moveTo>
                    <a:pt x="0" y="0"/>
                  </a:moveTo>
                  <a:lnTo>
                    <a:pt x="1169543" y="0"/>
                  </a:lnTo>
                  <a:lnTo>
                    <a:pt x="1169543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390" t="0" r="-394" b="0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343038" y="2784589"/>
            <a:ext cx="5501274" cy="5403612"/>
          </a:xfrm>
          <a:custGeom>
            <a:avLst/>
            <a:gdLst/>
            <a:ahLst/>
            <a:cxnLst/>
            <a:rect r="r" b="b" t="t" l="l"/>
            <a:pathLst>
              <a:path h="5403612" w="5501274">
                <a:moveTo>
                  <a:pt x="0" y="0"/>
                </a:moveTo>
                <a:lnTo>
                  <a:pt x="5501274" y="0"/>
                </a:lnTo>
                <a:lnTo>
                  <a:pt x="5501274" y="5403612"/>
                </a:lnTo>
                <a:lnTo>
                  <a:pt x="0" y="5403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6744633" y="6616824"/>
            <a:ext cx="760989" cy="761621"/>
            <a:chOff x="0" y="0"/>
            <a:chExt cx="802602" cy="803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8072" y="66929"/>
              <a:ext cx="666877" cy="669417"/>
            </a:xfrm>
            <a:custGeom>
              <a:avLst/>
              <a:gdLst/>
              <a:ahLst/>
              <a:cxnLst/>
              <a:rect r="r" b="b" t="t" l="l"/>
              <a:pathLst>
                <a:path h="669417" w="666877">
                  <a:moveTo>
                    <a:pt x="333502" y="669417"/>
                  </a:moveTo>
                  <a:cubicBezTo>
                    <a:pt x="332994" y="669417"/>
                    <a:pt x="332486" y="669163"/>
                    <a:pt x="332105" y="668909"/>
                  </a:cubicBezTo>
                  <a:lnTo>
                    <a:pt x="508" y="336042"/>
                  </a:lnTo>
                  <a:cubicBezTo>
                    <a:pt x="127" y="335661"/>
                    <a:pt x="0" y="335153"/>
                    <a:pt x="0" y="334645"/>
                  </a:cubicBezTo>
                  <a:cubicBezTo>
                    <a:pt x="0" y="334137"/>
                    <a:pt x="254" y="333629"/>
                    <a:pt x="508" y="333248"/>
                  </a:cubicBezTo>
                  <a:lnTo>
                    <a:pt x="332105" y="508"/>
                  </a:lnTo>
                  <a:cubicBezTo>
                    <a:pt x="332486" y="127"/>
                    <a:pt x="332994" y="0"/>
                    <a:pt x="333502" y="0"/>
                  </a:cubicBezTo>
                  <a:cubicBezTo>
                    <a:pt x="334010" y="0"/>
                    <a:pt x="334518" y="254"/>
                    <a:pt x="334899" y="508"/>
                  </a:cubicBezTo>
                  <a:lnTo>
                    <a:pt x="666370" y="333375"/>
                  </a:lnTo>
                  <a:cubicBezTo>
                    <a:pt x="666750" y="333756"/>
                    <a:pt x="666878" y="334264"/>
                    <a:pt x="666878" y="334772"/>
                  </a:cubicBezTo>
                  <a:cubicBezTo>
                    <a:pt x="666878" y="335280"/>
                    <a:pt x="666623" y="335788"/>
                    <a:pt x="666370" y="336169"/>
                  </a:cubicBezTo>
                  <a:lnTo>
                    <a:pt x="334899" y="668909"/>
                  </a:lnTo>
                  <a:cubicBezTo>
                    <a:pt x="334518" y="669290"/>
                    <a:pt x="334010" y="669417"/>
                    <a:pt x="333502" y="66941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4643" y="63500"/>
              <a:ext cx="673862" cy="676275"/>
            </a:xfrm>
            <a:custGeom>
              <a:avLst/>
              <a:gdLst/>
              <a:ahLst/>
              <a:cxnLst/>
              <a:rect r="r" b="b" t="t" l="l"/>
              <a:pathLst>
                <a:path h="676275" w="673862">
                  <a:moveTo>
                    <a:pt x="336931" y="7366"/>
                  </a:moveTo>
                  <a:lnTo>
                    <a:pt x="666369" y="338201"/>
                  </a:lnTo>
                  <a:lnTo>
                    <a:pt x="336931" y="668909"/>
                  </a:lnTo>
                  <a:lnTo>
                    <a:pt x="7366" y="338074"/>
                  </a:lnTo>
                  <a:lnTo>
                    <a:pt x="336931" y="7366"/>
                  </a:lnTo>
                  <a:close/>
                  <a:moveTo>
                    <a:pt x="336804" y="0"/>
                  </a:moveTo>
                  <a:cubicBezTo>
                    <a:pt x="335407" y="0"/>
                    <a:pt x="334137" y="508"/>
                    <a:pt x="333121" y="1524"/>
                  </a:cubicBezTo>
                  <a:lnTo>
                    <a:pt x="1524" y="334391"/>
                  </a:lnTo>
                  <a:cubicBezTo>
                    <a:pt x="-508" y="336423"/>
                    <a:pt x="-508" y="339852"/>
                    <a:pt x="1524" y="342011"/>
                  </a:cubicBezTo>
                  <a:lnTo>
                    <a:pt x="333121" y="674751"/>
                  </a:lnTo>
                  <a:cubicBezTo>
                    <a:pt x="334010" y="675640"/>
                    <a:pt x="335153" y="676148"/>
                    <a:pt x="336423" y="676275"/>
                  </a:cubicBezTo>
                  <a:lnTo>
                    <a:pt x="337439" y="676275"/>
                  </a:lnTo>
                  <a:cubicBezTo>
                    <a:pt x="338582" y="676148"/>
                    <a:pt x="339852" y="675640"/>
                    <a:pt x="340741" y="674751"/>
                  </a:cubicBezTo>
                  <a:lnTo>
                    <a:pt x="672338" y="342011"/>
                  </a:lnTo>
                  <a:cubicBezTo>
                    <a:pt x="674370" y="339979"/>
                    <a:pt x="674370" y="336550"/>
                    <a:pt x="672338" y="334391"/>
                  </a:cubicBezTo>
                  <a:lnTo>
                    <a:pt x="340614" y="1524"/>
                  </a:lnTo>
                  <a:cubicBezTo>
                    <a:pt x="339598" y="508"/>
                    <a:pt x="338201" y="0"/>
                    <a:pt x="336931" y="0"/>
                  </a:cubicBezTo>
                  <a:close/>
                </a:path>
              </a:pathLst>
            </a:custGeom>
            <a:solidFill>
              <a:srgbClr val="63AA46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84519" y="83376"/>
              <a:ext cx="634111" cy="636524"/>
            </a:xfrm>
            <a:custGeom>
              <a:avLst/>
              <a:gdLst/>
              <a:ahLst/>
              <a:cxnLst/>
              <a:rect r="r" b="b" t="t" l="l"/>
              <a:pathLst>
                <a:path h="636524" w="634111">
                  <a:moveTo>
                    <a:pt x="571" y="317563"/>
                  </a:moveTo>
                  <a:lnTo>
                    <a:pt x="316420" y="571"/>
                  </a:lnTo>
                  <a:cubicBezTo>
                    <a:pt x="317182" y="-191"/>
                    <a:pt x="317944" y="-191"/>
                    <a:pt x="318579" y="571"/>
                  </a:cubicBezTo>
                  <a:lnTo>
                    <a:pt x="633539" y="316547"/>
                  </a:lnTo>
                  <a:cubicBezTo>
                    <a:pt x="634301" y="317309"/>
                    <a:pt x="634301" y="318071"/>
                    <a:pt x="633539" y="318706"/>
                  </a:cubicBezTo>
                  <a:lnTo>
                    <a:pt x="317690" y="635952"/>
                  </a:lnTo>
                  <a:cubicBezTo>
                    <a:pt x="316928" y="636714"/>
                    <a:pt x="316166" y="636714"/>
                    <a:pt x="315531" y="635952"/>
                  </a:cubicBezTo>
                  <a:lnTo>
                    <a:pt x="571" y="319849"/>
                  </a:lnTo>
                  <a:cubicBezTo>
                    <a:pt x="-191" y="319087"/>
                    <a:pt x="-191" y="318325"/>
                    <a:pt x="571" y="317690"/>
                  </a:cubicBezTo>
                  <a:close/>
                </a:path>
              </a:pathLst>
            </a:custGeom>
            <a:solidFill>
              <a:srgbClr val="63AA4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1714" y="155575"/>
              <a:ext cx="249301" cy="491744"/>
            </a:xfrm>
            <a:custGeom>
              <a:avLst/>
              <a:gdLst/>
              <a:ahLst/>
              <a:cxnLst/>
              <a:rect r="r" b="b" t="t" l="l"/>
              <a:pathLst>
                <a:path h="491744" w="249301">
                  <a:moveTo>
                    <a:pt x="183007" y="0"/>
                  </a:moveTo>
                  <a:lnTo>
                    <a:pt x="116586" y="68707"/>
                  </a:lnTo>
                  <a:lnTo>
                    <a:pt x="116586" y="124714"/>
                  </a:lnTo>
                  <a:lnTo>
                    <a:pt x="160655" y="79121"/>
                  </a:lnTo>
                  <a:lnTo>
                    <a:pt x="160655" y="283210"/>
                  </a:lnTo>
                  <a:lnTo>
                    <a:pt x="62103" y="195707"/>
                  </a:lnTo>
                  <a:lnTo>
                    <a:pt x="115189" y="193167"/>
                  </a:lnTo>
                  <a:lnTo>
                    <a:pt x="80137" y="161925"/>
                  </a:lnTo>
                  <a:lnTo>
                    <a:pt x="0" y="165735"/>
                  </a:lnTo>
                  <a:lnTo>
                    <a:pt x="6096" y="245999"/>
                  </a:lnTo>
                  <a:lnTo>
                    <a:pt x="41275" y="277241"/>
                  </a:lnTo>
                  <a:lnTo>
                    <a:pt x="37211" y="223901"/>
                  </a:lnTo>
                  <a:lnTo>
                    <a:pt x="128651" y="305054"/>
                  </a:lnTo>
                  <a:cubicBezTo>
                    <a:pt x="148971" y="323088"/>
                    <a:pt x="160528" y="348996"/>
                    <a:pt x="160528" y="376174"/>
                  </a:cubicBezTo>
                  <a:lnTo>
                    <a:pt x="160528" y="491744"/>
                  </a:lnTo>
                  <a:lnTo>
                    <a:pt x="205232" y="491744"/>
                  </a:lnTo>
                  <a:lnTo>
                    <a:pt x="205232" y="79121"/>
                  </a:lnTo>
                  <a:lnTo>
                    <a:pt x="249301" y="124714"/>
                  </a:lnTo>
                  <a:lnTo>
                    <a:pt x="249301" y="68707"/>
                  </a:lnTo>
                  <a:lnTo>
                    <a:pt x="182880" y="0"/>
                  </a:lnTo>
                  <a:lnTo>
                    <a:pt x="18275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3500" y="63500"/>
              <a:ext cx="675640" cy="673100"/>
            </a:xfrm>
            <a:custGeom>
              <a:avLst/>
              <a:gdLst/>
              <a:ahLst/>
              <a:cxnLst/>
              <a:rect r="r" b="b" t="t" l="l"/>
              <a:pathLst>
                <a:path h="673100" w="675640">
                  <a:moveTo>
                    <a:pt x="0" y="673100"/>
                  </a:moveTo>
                  <a:lnTo>
                    <a:pt x="675640" y="673100"/>
                  </a:lnTo>
                  <a:lnTo>
                    <a:pt x="6756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725676" y="5369953"/>
            <a:ext cx="823312" cy="786249"/>
            <a:chOff x="0" y="0"/>
            <a:chExt cx="868337" cy="82924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10998" y="63500"/>
              <a:ext cx="323595" cy="340739"/>
            </a:xfrm>
            <a:custGeom>
              <a:avLst/>
              <a:gdLst/>
              <a:ahLst/>
              <a:cxnLst/>
              <a:rect r="r" b="b" t="t" l="l"/>
              <a:pathLst>
                <a:path h="340739" w="323595">
                  <a:moveTo>
                    <a:pt x="323595" y="340739"/>
                  </a:moveTo>
                  <a:lnTo>
                    <a:pt x="0" y="235457"/>
                  </a:lnTo>
                  <a:cubicBezTo>
                    <a:pt x="46482" y="92328"/>
                    <a:pt x="173227" y="0"/>
                    <a:pt x="323595" y="0"/>
                  </a:cubicBezTo>
                  <a:lnTo>
                    <a:pt x="323595" y="340739"/>
                  </a:lnTo>
                  <a:close/>
                </a:path>
              </a:pathLst>
            </a:custGeom>
            <a:solidFill>
              <a:srgbClr val="E57E2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93586" y="298957"/>
              <a:ext cx="341007" cy="380998"/>
            </a:xfrm>
            <a:custGeom>
              <a:avLst/>
              <a:gdLst/>
              <a:ahLst/>
              <a:cxnLst/>
              <a:rect r="r" b="b" t="t" l="l"/>
              <a:pathLst>
                <a:path h="380998" w="341007">
                  <a:moveTo>
                    <a:pt x="341007" y="105282"/>
                  </a:moveTo>
                  <a:lnTo>
                    <a:pt x="140982" y="380998"/>
                  </a:lnTo>
                  <a:cubicBezTo>
                    <a:pt x="19317" y="292479"/>
                    <a:pt x="-29070" y="143128"/>
                    <a:pt x="17412" y="0"/>
                  </a:cubicBezTo>
                  <a:lnTo>
                    <a:pt x="341007" y="105282"/>
                  </a:lnTo>
                  <a:close/>
                </a:path>
              </a:pathLst>
            </a:custGeom>
            <a:solidFill>
              <a:srgbClr val="F19B1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34695" y="404239"/>
              <a:ext cx="399922" cy="342105"/>
            </a:xfrm>
            <a:custGeom>
              <a:avLst/>
              <a:gdLst/>
              <a:ahLst/>
              <a:cxnLst/>
              <a:rect r="r" b="b" t="t" l="l"/>
              <a:pathLst>
                <a:path h="342105" w="399922">
                  <a:moveTo>
                    <a:pt x="199898" y="0"/>
                  </a:moveTo>
                  <a:lnTo>
                    <a:pt x="399922" y="275716"/>
                  </a:lnTo>
                  <a:cubicBezTo>
                    <a:pt x="278257" y="364234"/>
                    <a:pt x="121539" y="364234"/>
                    <a:pt x="0" y="275716"/>
                  </a:cubicBezTo>
                  <a:lnTo>
                    <a:pt x="199898" y="0"/>
                  </a:lnTo>
                  <a:close/>
                </a:path>
              </a:pathLst>
            </a:custGeom>
            <a:solidFill>
              <a:srgbClr val="3B97D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34593" y="298957"/>
              <a:ext cx="340989" cy="380998"/>
            </a:xfrm>
            <a:custGeom>
              <a:avLst/>
              <a:gdLst/>
              <a:ahLst/>
              <a:cxnLst/>
              <a:rect r="r" b="b" t="t" l="l"/>
              <a:pathLst>
                <a:path h="380998" w="340989">
                  <a:moveTo>
                    <a:pt x="0" y="105282"/>
                  </a:moveTo>
                  <a:lnTo>
                    <a:pt x="323595" y="0"/>
                  </a:lnTo>
                  <a:cubicBezTo>
                    <a:pt x="370077" y="143255"/>
                    <a:pt x="321563" y="292479"/>
                    <a:pt x="200024" y="380998"/>
                  </a:cubicBezTo>
                  <a:lnTo>
                    <a:pt x="0" y="105282"/>
                  </a:lnTo>
                  <a:close/>
                </a:path>
              </a:pathLst>
            </a:custGeom>
            <a:solidFill>
              <a:srgbClr val="4EB96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34593" y="63500"/>
              <a:ext cx="323595" cy="340739"/>
            </a:xfrm>
            <a:custGeom>
              <a:avLst/>
              <a:gdLst/>
              <a:ahLst/>
              <a:cxnLst/>
              <a:rect r="r" b="b" t="t" l="l"/>
              <a:pathLst>
                <a:path h="340739" w="323595">
                  <a:moveTo>
                    <a:pt x="0" y="340739"/>
                  </a:moveTo>
                  <a:lnTo>
                    <a:pt x="0" y="0"/>
                  </a:lnTo>
                  <a:cubicBezTo>
                    <a:pt x="150368" y="0"/>
                    <a:pt x="277113" y="92328"/>
                    <a:pt x="323595" y="235457"/>
                  </a:cubicBezTo>
                  <a:lnTo>
                    <a:pt x="0" y="340739"/>
                  </a:lnTo>
                  <a:close/>
                </a:path>
              </a:pathLst>
            </a:custGeom>
            <a:solidFill>
              <a:srgbClr val="EFC319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6351" y="245871"/>
              <a:ext cx="316991" cy="318006"/>
            </a:xfrm>
            <a:custGeom>
              <a:avLst/>
              <a:gdLst/>
              <a:ahLst/>
              <a:cxnLst/>
              <a:rect r="r" b="b" t="t" l="l"/>
              <a:pathLst>
                <a:path h="318006" w="316991">
                  <a:moveTo>
                    <a:pt x="316992" y="159003"/>
                  </a:moveTo>
                  <a:cubicBezTo>
                    <a:pt x="316992" y="169417"/>
                    <a:pt x="315976" y="179831"/>
                    <a:pt x="313944" y="189991"/>
                  </a:cubicBezTo>
                  <a:cubicBezTo>
                    <a:pt x="311912" y="200151"/>
                    <a:pt x="308864" y="210184"/>
                    <a:pt x="304927" y="219836"/>
                  </a:cubicBezTo>
                  <a:cubicBezTo>
                    <a:pt x="300990" y="229488"/>
                    <a:pt x="296037" y="238632"/>
                    <a:pt x="290322" y="247268"/>
                  </a:cubicBezTo>
                  <a:cubicBezTo>
                    <a:pt x="284607" y="255904"/>
                    <a:pt x="278003" y="264032"/>
                    <a:pt x="270637" y="271397"/>
                  </a:cubicBezTo>
                  <a:cubicBezTo>
                    <a:pt x="263271" y="278763"/>
                    <a:pt x="255270" y="285367"/>
                    <a:pt x="246634" y="291209"/>
                  </a:cubicBezTo>
                  <a:cubicBezTo>
                    <a:pt x="237998" y="297051"/>
                    <a:pt x="228854" y="301877"/>
                    <a:pt x="219202" y="305941"/>
                  </a:cubicBezTo>
                  <a:cubicBezTo>
                    <a:pt x="209550" y="310005"/>
                    <a:pt x="199644" y="312926"/>
                    <a:pt x="189484" y="314958"/>
                  </a:cubicBezTo>
                  <a:cubicBezTo>
                    <a:pt x="179324" y="316990"/>
                    <a:pt x="168910" y="318006"/>
                    <a:pt x="158496" y="318006"/>
                  </a:cubicBezTo>
                  <a:cubicBezTo>
                    <a:pt x="148082" y="318006"/>
                    <a:pt x="137795" y="316990"/>
                    <a:pt x="127508" y="314958"/>
                  </a:cubicBezTo>
                  <a:cubicBezTo>
                    <a:pt x="117221" y="312926"/>
                    <a:pt x="107315" y="309878"/>
                    <a:pt x="97790" y="305941"/>
                  </a:cubicBezTo>
                  <a:cubicBezTo>
                    <a:pt x="88265" y="302004"/>
                    <a:pt x="78994" y="297051"/>
                    <a:pt x="70358" y="291209"/>
                  </a:cubicBezTo>
                  <a:cubicBezTo>
                    <a:pt x="61722" y="285367"/>
                    <a:pt x="53721" y="278763"/>
                    <a:pt x="46355" y="271397"/>
                  </a:cubicBezTo>
                  <a:cubicBezTo>
                    <a:pt x="38989" y="264032"/>
                    <a:pt x="32385" y="256031"/>
                    <a:pt x="26670" y="247268"/>
                  </a:cubicBezTo>
                  <a:cubicBezTo>
                    <a:pt x="20955" y="238505"/>
                    <a:pt x="16002" y="229488"/>
                    <a:pt x="12065" y="219836"/>
                  </a:cubicBezTo>
                  <a:cubicBezTo>
                    <a:pt x="8128" y="210184"/>
                    <a:pt x="5080" y="200278"/>
                    <a:pt x="3048" y="189991"/>
                  </a:cubicBezTo>
                  <a:cubicBezTo>
                    <a:pt x="1016" y="179704"/>
                    <a:pt x="0" y="169417"/>
                    <a:pt x="0" y="159003"/>
                  </a:cubicBezTo>
                  <a:cubicBezTo>
                    <a:pt x="0" y="148589"/>
                    <a:pt x="1016" y="138175"/>
                    <a:pt x="3048" y="128015"/>
                  </a:cubicBezTo>
                  <a:cubicBezTo>
                    <a:pt x="5080" y="117855"/>
                    <a:pt x="8128" y="107822"/>
                    <a:pt x="12065" y="98170"/>
                  </a:cubicBezTo>
                  <a:cubicBezTo>
                    <a:pt x="16002" y="88518"/>
                    <a:pt x="20955" y="79374"/>
                    <a:pt x="26670" y="70738"/>
                  </a:cubicBezTo>
                  <a:cubicBezTo>
                    <a:pt x="32385" y="62102"/>
                    <a:pt x="38989" y="53975"/>
                    <a:pt x="46355" y="46609"/>
                  </a:cubicBezTo>
                  <a:cubicBezTo>
                    <a:pt x="53721" y="39243"/>
                    <a:pt x="61722" y="32639"/>
                    <a:pt x="70358" y="26797"/>
                  </a:cubicBezTo>
                  <a:cubicBezTo>
                    <a:pt x="78994" y="20955"/>
                    <a:pt x="88138" y="16129"/>
                    <a:pt x="97790" y="12065"/>
                  </a:cubicBezTo>
                  <a:cubicBezTo>
                    <a:pt x="107442" y="8001"/>
                    <a:pt x="117348" y="5080"/>
                    <a:pt x="127508" y="3048"/>
                  </a:cubicBezTo>
                  <a:cubicBezTo>
                    <a:pt x="137668" y="1016"/>
                    <a:pt x="148082" y="0"/>
                    <a:pt x="158496" y="0"/>
                  </a:cubicBezTo>
                  <a:cubicBezTo>
                    <a:pt x="168910" y="0"/>
                    <a:pt x="179197" y="1016"/>
                    <a:pt x="189484" y="3048"/>
                  </a:cubicBezTo>
                  <a:cubicBezTo>
                    <a:pt x="199771" y="5080"/>
                    <a:pt x="209677" y="8128"/>
                    <a:pt x="219202" y="12065"/>
                  </a:cubicBezTo>
                  <a:cubicBezTo>
                    <a:pt x="228727" y="16002"/>
                    <a:pt x="237998" y="20955"/>
                    <a:pt x="246634" y="26797"/>
                  </a:cubicBezTo>
                  <a:cubicBezTo>
                    <a:pt x="255270" y="32639"/>
                    <a:pt x="263271" y="39243"/>
                    <a:pt x="270637" y="46609"/>
                  </a:cubicBezTo>
                  <a:cubicBezTo>
                    <a:pt x="278003" y="53975"/>
                    <a:pt x="284607" y="61975"/>
                    <a:pt x="290322" y="70738"/>
                  </a:cubicBezTo>
                  <a:cubicBezTo>
                    <a:pt x="296037" y="79501"/>
                    <a:pt x="300990" y="88518"/>
                    <a:pt x="304927" y="98170"/>
                  </a:cubicBezTo>
                  <a:cubicBezTo>
                    <a:pt x="308864" y="107822"/>
                    <a:pt x="311912" y="117728"/>
                    <a:pt x="313944" y="128015"/>
                  </a:cubicBezTo>
                  <a:cubicBezTo>
                    <a:pt x="315976" y="138302"/>
                    <a:pt x="316992" y="148589"/>
                    <a:pt x="316992" y="15900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3500" y="63500"/>
              <a:ext cx="741297" cy="702307"/>
            </a:xfrm>
            <a:custGeom>
              <a:avLst/>
              <a:gdLst/>
              <a:ahLst/>
              <a:cxnLst/>
              <a:rect r="r" b="b" t="t" l="l"/>
              <a:pathLst>
                <a:path h="702307" w="741297">
                  <a:moveTo>
                    <a:pt x="0" y="702306"/>
                  </a:moveTo>
                  <a:lnTo>
                    <a:pt x="741297" y="702306"/>
                  </a:lnTo>
                  <a:lnTo>
                    <a:pt x="7412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6714631" y="4085602"/>
            <a:ext cx="915150" cy="972795"/>
          </a:xfrm>
          <a:custGeom>
            <a:avLst/>
            <a:gdLst/>
            <a:ahLst/>
            <a:cxnLst/>
            <a:rect r="r" b="b" t="t" l="l"/>
            <a:pathLst>
              <a:path h="972795" w="915150">
                <a:moveTo>
                  <a:pt x="0" y="0"/>
                </a:moveTo>
                <a:lnTo>
                  <a:pt x="915150" y="0"/>
                </a:lnTo>
                <a:lnTo>
                  <a:pt x="915150" y="972795"/>
                </a:lnTo>
                <a:lnTo>
                  <a:pt x="0" y="97279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2173098" y="6502400"/>
            <a:ext cx="831702" cy="812800"/>
            <a:chOff x="0" y="0"/>
            <a:chExt cx="877189" cy="8572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7192" cy="857250"/>
            </a:xfrm>
            <a:custGeom>
              <a:avLst/>
              <a:gdLst/>
              <a:ahLst/>
              <a:cxnLst/>
              <a:rect r="r" b="b" t="t" l="l"/>
              <a:pathLst>
                <a:path h="857250" w="877192">
                  <a:moveTo>
                    <a:pt x="0" y="857250"/>
                  </a:moveTo>
                  <a:lnTo>
                    <a:pt x="877192" y="857250"/>
                  </a:lnTo>
                  <a:lnTo>
                    <a:pt x="8771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213395" y="4302791"/>
            <a:ext cx="752590" cy="684594"/>
            <a:chOff x="0" y="0"/>
            <a:chExt cx="793750" cy="72203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63500" y="63881"/>
              <a:ext cx="666751" cy="590039"/>
            </a:xfrm>
            <a:custGeom>
              <a:avLst/>
              <a:gdLst/>
              <a:ahLst/>
              <a:cxnLst/>
              <a:rect r="r" b="b" t="t" l="l"/>
              <a:pathLst>
                <a:path h="590039" w="666751">
                  <a:moveTo>
                    <a:pt x="596012" y="295019"/>
                  </a:moveTo>
                  <a:cubicBezTo>
                    <a:pt x="596012" y="457960"/>
                    <a:pt x="462535" y="590039"/>
                    <a:pt x="297942" y="590039"/>
                  </a:cubicBezTo>
                  <a:cubicBezTo>
                    <a:pt x="133350" y="590039"/>
                    <a:pt x="0" y="457833"/>
                    <a:pt x="0" y="295019"/>
                  </a:cubicBezTo>
                  <a:cubicBezTo>
                    <a:pt x="0" y="132206"/>
                    <a:pt x="133477" y="0"/>
                    <a:pt x="298069" y="0"/>
                  </a:cubicBezTo>
                  <a:cubicBezTo>
                    <a:pt x="317881" y="0"/>
                    <a:pt x="337566" y="1905"/>
                    <a:pt x="356997" y="5715"/>
                  </a:cubicBezTo>
                  <a:cubicBezTo>
                    <a:pt x="376428" y="9525"/>
                    <a:pt x="395351" y="15367"/>
                    <a:pt x="413639" y="22987"/>
                  </a:cubicBezTo>
                  <a:cubicBezTo>
                    <a:pt x="431927" y="30607"/>
                    <a:pt x="449326" y="40005"/>
                    <a:pt x="465710" y="51053"/>
                  </a:cubicBezTo>
                  <a:cubicBezTo>
                    <a:pt x="482093" y="62102"/>
                    <a:pt x="497206" y="74675"/>
                    <a:pt x="511049" y="88772"/>
                  </a:cubicBezTo>
                  <a:lnTo>
                    <a:pt x="466599" y="132841"/>
                  </a:lnTo>
                  <a:cubicBezTo>
                    <a:pt x="455676" y="121792"/>
                    <a:pt x="443865" y="111886"/>
                    <a:pt x="431038" y="103123"/>
                  </a:cubicBezTo>
                  <a:cubicBezTo>
                    <a:pt x="418211" y="94360"/>
                    <a:pt x="404622" y="86994"/>
                    <a:pt x="390271" y="80898"/>
                  </a:cubicBezTo>
                  <a:cubicBezTo>
                    <a:pt x="375920" y="74802"/>
                    <a:pt x="361061" y="70230"/>
                    <a:pt x="345821" y="67182"/>
                  </a:cubicBezTo>
                  <a:cubicBezTo>
                    <a:pt x="330581" y="64134"/>
                    <a:pt x="315087" y="62483"/>
                    <a:pt x="299466" y="62356"/>
                  </a:cubicBezTo>
                  <a:cubicBezTo>
                    <a:pt x="170307" y="61467"/>
                    <a:pt x="63881" y="165353"/>
                    <a:pt x="62865" y="293241"/>
                  </a:cubicBezTo>
                  <a:cubicBezTo>
                    <a:pt x="62865" y="301496"/>
                    <a:pt x="63246" y="309751"/>
                    <a:pt x="64008" y="317879"/>
                  </a:cubicBezTo>
                  <a:cubicBezTo>
                    <a:pt x="64770" y="326007"/>
                    <a:pt x="66040" y="334262"/>
                    <a:pt x="67818" y="342263"/>
                  </a:cubicBezTo>
                  <a:cubicBezTo>
                    <a:pt x="69596" y="350264"/>
                    <a:pt x="71628" y="358265"/>
                    <a:pt x="74168" y="366139"/>
                  </a:cubicBezTo>
                  <a:cubicBezTo>
                    <a:pt x="76708" y="374013"/>
                    <a:pt x="79756" y="381633"/>
                    <a:pt x="83058" y="389253"/>
                  </a:cubicBezTo>
                  <a:cubicBezTo>
                    <a:pt x="86360" y="396873"/>
                    <a:pt x="90170" y="404112"/>
                    <a:pt x="94361" y="411224"/>
                  </a:cubicBezTo>
                  <a:cubicBezTo>
                    <a:pt x="98552" y="418336"/>
                    <a:pt x="103124" y="425321"/>
                    <a:pt x="107950" y="431925"/>
                  </a:cubicBezTo>
                  <a:cubicBezTo>
                    <a:pt x="112776" y="438529"/>
                    <a:pt x="118110" y="445006"/>
                    <a:pt x="123698" y="451102"/>
                  </a:cubicBezTo>
                  <a:cubicBezTo>
                    <a:pt x="129286" y="457198"/>
                    <a:pt x="135255" y="463040"/>
                    <a:pt x="141478" y="468501"/>
                  </a:cubicBezTo>
                  <a:cubicBezTo>
                    <a:pt x="147701" y="473961"/>
                    <a:pt x="154178" y="479168"/>
                    <a:pt x="160909" y="483994"/>
                  </a:cubicBezTo>
                  <a:cubicBezTo>
                    <a:pt x="167640" y="488820"/>
                    <a:pt x="174752" y="493265"/>
                    <a:pt x="181991" y="497329"/>
                  </a:cubicBezTo>
                  <a:cubicBezTo>
                    <a:pt x="189230" y="501393"/>
                    <a:pt x="196723" y="505076"/>
                    <a:pt x="204343" y="508378"/>
                  </a:cubicBezTo>
                  <a:cubicBezTo>
                    <a:pt x="211963" y="511680"/>
                    <a:pt x="219837" y="514474"/>
                    <a:pt x="227711" y="517014"/>
                  </a:cubicBezTo>
                  <a:cubicBezTo>
                    <a:pt x="235585" y="519554"/>
                    <a:pt x="243713" y="521459"/>
                    <a:pt x="251841" y="523110"/>
                  </a:cubicBezTo>
                  <a:cubicBezTo>
                    <a:pt x="259969" y="524761"/>
                    <a:pt x="268224" y="525904"/>
                    <a:pt x="276606" y="526666"/>
                  </a:cubicBezTo>
                  <a:cubicBezTo>
                    <a:pt x="284988" y="527428"/>
                    <a:pt x="293243" y="527682"/>
                    <a:pt x="301498" y="527555"/>
                  </a:cubicBezTo>
                  <a:cubicBezTo>
                    <a:pt x="309753" y="527428"/>
                    <a:pt x="318135" y="526920"/>
                    <a:pt x="326390" y="525904"/>
                  </a:cubicBezTo>
                  <a:cubicBezTo>
                    <a:pt x="334645" y="524888"/>
                    <a:pt x="342900" y="523491"/>
                    <a:pt x="351028" y="521586"/>
                  </a:cubicBezTo>
                  <a:cubicBezTo>
                    <a:pt x="359156" y="519681"/>
                    <a:pt x="367157" y="517395"/>
                    <a:pt x="375031" y="514728"/>
                  </a:cubicBezTo>
                  <a:cubicBezTo>
                    <a:pt x="382905" y="512061"/>
                    <a:pt x="390652" y="508886"/>
                    <a:pt x="398145" y="505330"/>
                  </a:cubicBezTo>
                  <a:cubicBezTo>
                    <a:pt x="405638" y="501774"/>
                    <a:pt x="413004" y="497964"/>
                    <a:pt x="420117" y="493646"/>
                  </a:cubicBezTo>
                  <a:cubicBezTo>
                    <a:pt x="427228" y="489328"/>
                    <a:pt x="434086" y="484756"/>
                    <a:pt x="440690" y="479676"/>
                  </a:cubicBezTo>
                  <a:cubicBezTo>
                    <a:pt x="447294" y="474596"/>
                    <a:pt x="453644" y="469262"/>
                    <a:pt x="459741" y="463674"/>
                  </a:cubicBezTo>
                  <a:cubicBezTo>
                    <a:pt x="465837" y="458087"/>
                    <a:pt x="471552" y="451991"/>
                    <a:pt x="476886" y="445768"/>
                  </a:cubicBezTo>
                  <a:cubicBezTo>
                    <a:pt x="482220" y="439545"/>
                    <a:pt x="487300" y="432941"/>
                    <a:pt x="491999" y="426083"/>
                  </a:cubicBezTo>
                  <a:cubicBezTo>
                    <a:pt x="496698" y="419225"/>
                    <a:pt x="501016" y="412240"/>
                    <a:pt x="504953" y="405001"/>
                  </a:cubicBezTo>
                  <a:cubicBezTo>
                    <a:pt x="508890" y="397762"/>
                    <a:pt x="512446" y="390269"/>
                    <a:pt x="515621" y="382649"/>
                  </a:cubicBezTo>
                  <a:cubicBezTo>
                    <a:pt x="518796" y="375029"/>
                    <a:pt x="521463" y="367282"/>
                    <a:pt x="523749" y="359281"/>
                  </a:cubicBezTo>
                  <a:cubicBezTo>
                    <a:pt x="526035" y="351280"/>
                    <a:pt x="527940" y="343279"/>
                    <a:pt x="529337" y="335151"/>
                  </a:cubicBezTo>
                  <a:cubicBezTo>
                    <a:pt x="530734" y="327023"/>
                    <a:pt x="531750" y="318895"/>
                    <a:pt x="532385" y="310640"/>
                  </a:cubicBezTo>
                  <a:cubicBezTo>
                    <a:pt x="533020" y="302385"/>
                    <a:pt x="533020" y="294130"/>
                    <a:pt x="532766" y="285875"/>
                  </a:cubicBezTo>
                  <a:cubicBezTo>
                    <a:pt x="532512" y="277620"/>
                    <a:pt x="531750" y="269365"/>
                    <a:pt x="530480" y="261237"/>
                  </a:cubicBezTo>
                  <a:cubicBezTo>
                    <a:pt x="529210" y="253110"/>
                    <a:pt x="527686" y="244982"/>
                    <a:pt x="525527" y="236981"/>
                  </a:cubicBezTo>
                  <a:lnTo>
                    <a:pt x="575438" y="187578"/>
                  </a:lnTo>
                  <a:cubicBezTo>
                    <a:pt x="589027" y="222122"/>
                    <a:pt x="595885" y="257808"/>
                    <a:pt x="595758" y="294892"/>
                  </a:cubicBezTo>
                  <a:close/>
                  <a:moveTo>
                    <a:pt x="312547" y="305814"/>
                  </a:moveTo>
                  <a:lnTo>
                    <a:pt x="241173" y="235203"/>
                  </a:lnTo>
                  <a:cubicBezTo>
                    <a:pt x="237109" y="231139"/>
                    <a:pt x="232537" y="227456"/>
                    <a:pt x="227711" y="224281"/>
                  </a:cubicBezTo>
                  <a:cubicBezTo>
                    <a:pt x="222885" y="221106"/>
                    <a:pt x="217805" y="218439"/>
                    <a:pt x="212471" y="216153"/>
                  </a:cubicBezTo>
                  <a:cubicBezTo>
                    <a:pt x="207137" y="213867"/>
                    <a:pt x="201549" y="212343"/>
                    <a:pt x="195834" y="211200"/>
                  </a:cubicBezTo>
                  <a:cubicBezTo>
                    <a:pt x="190119" y="210057"/>
                    <a:pt x="184404" y="209549"/>
                    <a:pt x="178562" y="209549"/>
                  </a:cubicBezTo>
                  <a:cubicBezTo>
                    <a:pt x="172720" y="209549"/>
                    <a:pt x="167005" y="210057"/>
                    <a:pt x="161290" y="211200"/>
                  </a:cubicBezTo>
                  <a:cubicBezTo>
                    <a:pt x="155575" y="212343"/>
                    <a:pt x="150114" y="213994"/>
                    <a:pt x="144653" y="216153"/>
                  </a:cubicBezTo>
                  <a:cubicBezTo>
                    <a:pt x="139192" y="218312"/>
                    <a:pt x="134239" y="221106"/>
                    <a:pt x="129413" y="224281"/>
                  </a:cubicBezTo>
                  <a:cubicBezTo>
                    <a:pt x="124587" y="227456"/>
                    <a:pt x="120142" y="231139"/>
                    <a:pt x="115951" y="235203"/>
                  </a:cubicBezTo>
                  <a:lnTo>
                    <a:pt x="250190" y="367917"/>
                  </a:lnTo>
                  <a:lnTo>
                    <a:pt x="299085" y="416304"/>
                  </a:lnTo>
                  <a:cubicBezTo>
                    <a:pt x="300863" y="418082"/>
                    <a:pt x="303022" y="419479"/>
                    <a:pt x="305435" y="420495"/>
                  </a:cubicBezTo>
                  <a:cubicBezTo>
                    <a:pt x="307848" y="421511"/>
                    <a:pt x="310261" y="422019"/>
                    <a:pt x="312801" y="422019"/>
                  </a:cubicBezTo>
                  <a:cubicBezTo>
                    <a:pt x="315341" y="422019"/>
                    <a:pt x="317881" y="421511"/>
                    <a:pt x="320167" y="420495"/>
                  </a:cubicBezTo>
                  <a:cubicBezTo>
                    <a:pt x="322453" y="419479"/>
                    <a:pt x="324612" y="418082"/>
                    <a:pt x="326517" y="416304"/>
                  </a:cubicBezTo>
                  <a:lnTo>
                    <a:pt x="375412" y="367917"/>
                  </a:lnTo>
                  <a:lnTo>
                    <a:pt x="666751" y="79501"/>
                  </a:lnTo>
                  <a:cubicBezTo>
                    <a:pt x="662687" y="75437"/>
                    <a:pt x="658115" y="71754"/>
                    <a:pt x="653289" y="68579"/>
                  </a:cubicBezTo>
                  <a:cubicBezTo>
                    <a:pt x="648463" y="65404"/>
                    <a:pt x="643383" y="62737"/>
                    <a:pt x="637922" y="60451"/>
                  </a:cubicBezTo>
                  <a:cubicBezTo>
                    <a:pt x="632461" y="58165"/>
                    <a:pt x="627000" y="56641"/>
                    <a:pt x="621285" y="55498"/>
                  </a:cubicBezTo>
                  <a:cubicBezTo>
                    <a:pt x="615570" y="54355"/>
                    <a:pt x="609855" y="53847"/>
                    <a:pt x="604013" y="53847"/>
                  </a:cubicBezTo>
                  <a:cubicBezTo>
                    <a:pt x="598171" y="53847"/>
                    <a:pt x="592456" y="54355"/>
                    <a:pt x="586741" y="55498"/>
                  </a:cubicBezTo>
                  <a:cubicBezTo>
                    <a:pt x="581026" y="56641"/>
                    <a:pt x="575565" y="58292"/>
                    <a:pt x="570104" y="60451"/>
                  </a:cubicBezTo>
                  <a:cubicBezTo>
                    <a:pt x="564643" y="62610"/>
                    <a:pt x="559690" y="65404"/>
                    <a:pt x="554737" y="68579"/>
                  </a:cubicBezTo>
                  <a:cubicBezTo>
                    <a:pt x="549784" y="71754"/>
                    <a:pt x="545466" y="75437"/>
                    <a:pt x="541275" y="79501"/>
                  </a:cubicBezTo>
                  <a:lnTo>
                    <a:pt x="312928" y="305941"/>
                  </a:lnTo>
                  <a:close/>
                </a:path>
              </a:pathLst>
            </a:custGeom>
            <a:solidFill>
              <a:srgbClr val="00BF1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63500" y="63500"/>
              <a:ext cx="665227" cy="594992"/>
            </a:xfrm>
            <a:custGeom>
              <a:avLst/>
              <a:gdLst/>
              <a:ahLst/>
              <a:cxnLst/>
              <a:rect r="r" b="b" t="t" l="l"/>
              <a:pathLst>
                <a:path h="594992" w="665227">
                  <a:moveTo>
                    <a:pt x="0" y="594992"/>
                  </a:moveTo>
                  <a:lnTo>
                    <a:pt x="665227" y="594992"/>
                  </a:lnTo>
                  <a:lnTo>
                    <a:pt x="6652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183520" y="5437785"/>
            <a:ext cx="779683" cy="779683"/>
            <a:chOff x="0" y="0"/>
            <a:chExt cx="822325" cy="8223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63500" y="63500"/>
              <a:ext cx="695071" cy="695198"/>
            </a:xfrm>
            <a:custGeom>
              <a:avLst/>
              <a:gdLst/>
              <a:ahLst/>
              <a:cxnLst/>
              <a:rect r="r" b="b" t="t" l="l"/>
              <a:pathLst>
                <a:path h="695198" w="695071">
                  <a:moveTo>
                    <a:pt x="347726" y="0"/>
                  </a:moveTo>
                  <a:cubicBezTo>
                    <a:pt x="336296" y="0"/>
                    <a:pt x="324993" y="508"/>
                    <a:pt x="313690" y="1651"/>
                  </a:cubicBezTo>
                  <a:cubicBezTo>
                    <a:pt x="302387" y="2794"/>
                    <a:pt x="291084" y="4445"/>
                    <a:pt x="279908" y="6604"/>
                  </a:cubicBezTo>
                  <a:cubicBezTo>
                    <a:pt x="268732" y="8763"/>
                    <a:pt x="257683" y="11557"/>
                    <a:pt x="246761" y="14859"/>
                  </a:cubicBezTo>
                  <a:cubicBezTo>
                    <a:pt x="235839" y="18161"/>
                    <a:pt x="225171" y="21971"/>
                    <a:pt x="214630" y="26416"/>
                  </a:cubicBezTo>
                  <a:cubicBezTo>
                    <a:pt x="204089" y="30861"/>
                    <a:pt x="193802" y="35687"/>
                    <a:pt x="183769" y="41021"/>
                  </a:cubicBezTo>
                  <a:cubicBezTo>
                    <a:pt x="173736" y="46355"/>
                    <a:pt x="163957" y="52197"/>
                    <a:pt x="154559" y="58547"/>
                  </a:cubicBezTo>
                  <a:cubicBezTo>
                    <a:pt x="145161" y="64897"/>
                    <a:pt x="136017" y="71628"/>
                    <a:pt x="127127" y="78867"/>
                  </a:cubicBezTo>
                  <a:cubicBezTo>
                    <a:pt x="118237" y="86106"/>
                    <a:pt x="109855" y="93726"/>
                    <a:pt x="101854" y="101727"/>
                  </a:cubicBezTo>
                  <a:cubicBezTo>
                    <a:pt x="93853" y="109728"/>
                    <a:pt x="86106" y="118237"/>
                    <a:pt x="78994" y="127000"/>
                  </a:cubicBezTo>
                  <a:cubicBezTo>
                    <a:pt x="71882" y="135763"/>
                    <a:pt x="65024" y="144907"/>
                    <a:pt x="58674" y="154432"/>
                  </a:cubicBezTo>
                  <a:cubicBezTo>
                    <a:pt x="52324" y="163957"/>
                    <a:pt x="46482" y="173609"/>
                    <a:pt x="41148" y="183642"/>
                  </a:cubicBezTo>
                  <a:cubicBezTo>
                    <a:pt x="35814" y="193675"/>
                    <a:pt x="30861" y="203962"/>
                    <a:pt x="26543" y="214503"/>
                  </a:cubicBezTo>
                  <a:cubicBezTo>
                    <a:pt x="22225" y="225044"/>
                    <a:pt x="18415" y="235712"/>
                    <a:pt x="14986" y="246634"/>
                  </a:cubicBezTo>
                  <a:cubicBezTo>
                    <a:pt x="11557" y="257556"/>
                    <a:pt x="8890" y="268605"/>
                    <a:pt x="6731" y="279781"/>
                  </a:cubicBezTo>
                  <a:cubicBezTo>
                    <a:pt x="4572" y="290957"/>
                    <a:pt x="2794" y="302260"/>
                    <a:pt x="1778" y="313563"/>
                  </a:cubicBezTo>
                  <a:cubicBezTo>
                    <a:pt x="762" y="324866"/>
                    <a:pt x="0" y="336296"/>
                    <a:pt x="0" y="347726"/>
                  </a:cubicBezTo>
                  <a:cubicBezTo>
                    <a:pt x="0" y="359156"/>
                    <a:pt x="508" y="370459"/>
                    <a:pt x="1651" y="381762"/>
                  </a:cubicBezTo>
                  <a:cubicBezTo>
                    <a:pt x="2794" y="393065"/>
                    <a:pt x="4445" y="404368"/>
                    <a:pt x="6604" y="415544"/>
                  </a:cubicBezTo>
                  <a:cubicBezTo>
                    <a:pt x="8763" y="426720"/>
                    <a:pt x="11557" y="437769"/>
                    <a:pt x="14859" y="448691"/>
                  </a:cubicBezTo>
                  <a:cubicBezTo>
                    <a:pt x="18161" y="459613"/>
                    <a:pt x="21971" y="470281"/>
                    <a:pt x="26416" y="480822"/>
                  </a:cubicBezTo>
                  <a:cubicBezTo>
                    <a:pt x="30861" y="491363"/>
                    <a:pt x="35687" y="501650"/>
                    <a:pt x="41021" y="511683"/>
                  </a:cubicBezTo>
                  <a:cubicBezTo>
                    <a:pt x="46355" y="521716"/>
                    <a:pt x="52197" y="531495"/>
                    <a:pt x="58547" y="540893"/>
                  </a:cubicBezTo>
                  <a:cubicBezTo>
                    <a:pt x="64897" y="550291"/>
                    <a:pt x="71628" y="559435"/>
                    <a:pt x="78867" y="568325"/>
                  </a:cubicBezTo>
                  <a:cubicBezTo>
                    <a:pt x="86106" y="577215"/>
                    <a:pt x="93726" y="585597"/>
                    <a:pt x="101727" y="593598"/>
                  </a:cubicBezTo>
                  <a:cubicBezTo>
                    <a:pt x="109728" y="601599"/>
                    <a:pt x="118237" y="609346"/>
                    <a:pt x="127000" y="616458"/>
                  </a:cubicBezTo>
                  <a:cubicBezTo>
                    <a:pt x="135763" y="623570"/>
                    <a:pt x="144907" y="630428"/>
                    <a:pt x="154432" y="636778"/>
                  </a:cubicBezTo>
                  <a:cubicBezTo>
                    <a:pt x="163957" y="643128"/>
                    <a:pt x="173609" y="648970"/>
                    <a:pt x="183642" y="654304"/>
                  </a:cubicBezTo>
                  <a:cubicBezTo>
                    <a:pt x="193675" y="659638"/>
                    <a:pt x="203962" y="664591"/>
                    <a:pt x="214503" y="668909"/>
                  </a:cubicBezTo>
                  <a:cubicBezTo>
                    <a:pt x="225044" y="673227"/>
                    <a:pt x="235712" y="677037"/>
                    <a:pt x="246634" y="680466"/>
                  </a:cubicBezTo>
                  <a:cubicBezTo>
                    <a:pt x="257556" y="683895"/>
                    <a:pt x="268605" y="686562"/>
                    <a:pt x="279781" y="688721"/>
                  </a:cubicBezTo>
                  <a:cubicBezTo>
                    <a:pt x="290957" y="690880"/>
                    <a:pt x="302260" y="692658"/>
                    <a:pt x="313563" y="693674"/>
                  </a:cubicBezTo>
                  <a:cubicBezTo>
                    <a:pt x="321945" y="694436"/>
                    <a:pt x="330200" y="695071"/>
                    <a:pt x="338582" y="695198"/>
                  </a:cubicBezTo>
                  <a:lnTo>
                    <a:pt x="356616" y="695198"/>
                  </a:lnTo>
                  <a:cubicBezTo>
                    <a:pt x="364998" y="694944"/>
                    <a:pt x="373380" y="694436"/>
                    <a:pt x="381635" y="693674"/>
                  </a:cubicBezTo>
                  <a:cubicBezTo>
                    <a:pt x="392938" y="692531"/>
                    <a:pt x="404241" y="690880"/>
                    <a:pt x="415417" y="688721"/>
                  </a:cubicBezTo>
                  <a:cubicBezTo>
                    <a:pt x="426593" y="686562"/>
                    <a:pt x="437642" y="683768"/>
                    <a:pt x="448564" y="680466"/>
                  </a:cubicBezTo>
                  <a:cubicBezTo>
                    <a:pt x="459486" y="677164"/>
                    <a:pt x="470154" y="673354"/>
                    <a:pt x="480695" y="668909"/>
                  </a:cubicBezTo>
                  <a:cubicBezTo>
                    <a:pt x="491236" y="664464"/>
                    <a:pt x="501523" y="659638"/>
                    <a:pt x="511556" y="654304"/>
                  </a:cubicBezTo>
                  <a:cubicBezTo>
                    <a:pt x="521589" y="648970"/>
                    <a:pt x="531368" y="643128"/>
                    <a:pt x="540766" y="636778"/>
                  </a:cubicBezTo>
                  <a:cubicBezTo>
                    <a:pt x="550164" y="630428"/>
                    <a:pt x="559308" y="623697"/>
                    <a:pt x="568198" y="616458"/>
                  </a:cubicBezTo>
                  <a:cubicBezTo>
                    <a:pt x="577088" y="609219"/>
                    <a:pt x="585470" y="601599"/>
                    <a:pt x="593471" y="593598"/>
                  </a:cubicBezTo>
                  <a:cubicBezTo>
                    <a:pt x="601472" y="585597"/>
                    <a:pt x="609219" y="577088"/>
                    <a:pt x="616331" y="568325"/>
                  </a:cubicBezTo>
                  <a:cubicBezTo>
                    <a:pt x="623443" y="559562"/>
                    <a:pt x="630301" y="550418"/>
                    <a:pt x="636651" y="540893"/>
                  </a:cubicBezTo>
                  <a:cubicBezTo>
                    <a:pt x="643001" y="531368"/>
                    <a:pt x="648843" y="521716"/>
                    <a:pt x="654177" y="511683"/>
                  </a:cubicBezTo>
                  <a:cubicBezTo>
                    <a:pt x="659511" y="501650"/>
                    <a:pt x="664464" y="491363"/>
                    <a:pt x="668782" y="480822"/>
                  </a:cubicBezTo>
                  <a:cubicBezTo>
                    <a:pt x="673100" y="470281"/>
                    <a:pt x="676910" y="459613"/>
                    <a:pt x="680339" y="448691"/>
                  </a:cubicBezTo>
                  <a:cubicBezTo>
                    <a:pt x="683768" y="437769"/>
                    <a:pt x="686435" y="426720"/>
                    <a:pt x="688594" y="415544"/>
                  </a:cubicBezTo>
                  <a:cubicBezTo>
                    <a:pt x="690753" y="404368"/>
                    <a:pt x="692531" y="393065"/>
                    <a:pt x="693547" y="381762"/>
                  </a:cubicBezTo>
                  <a:cubicBezTo>
                    <a:pt x="694309" y="373380"/>
                    <a:pt x="694944" y="365125"/>
                    <a:pt x="695071" y="356743"/>
                  </a:cubicBezTo>
                  <a:lnTo>
                    <a:pt x="695071" y="338709"/>
                  </a:lnTo>
                  <a:cubicBezTo>
                    <a:pt x="694817" y="330327"/>
                    <a:pt x="694309" y="322072"/>
                    <a:pt x="693547" y="313690"/>
                  </a:cubicBezTo>
                  <a:cubicBezTo>
                    <a:pt x="692404" y="302387"/>
                    <a:pt x="690753" y="291084"/>
                    <a:pt x="688594" y="279908"/>
                  </a:cubicBezTo>
                  <a:cubicBezTo>
                    <a:pt x="686435" y="268732"/>
                    <a:pt x="683641" y="257683"/>
                    <a:pt x="680339" y="246761"/>
                  </a:cubicBezTo>
                  <a:cubicBezTo>
                    <a:pt x="677037" y="235839"/>
                    <a:pt x="673227" y="225171"/>
                    <a:pt x="668782" y="214630"/>
                  </a:cubicBezTo>
                  <a:cubicBezTo>
                    <a:pt x="664337" y="204089"/>
                    <a:pt x="659511" y="193802"/>
                    <a:pt x="654177" y="183769"/>
                  </a:cubicBezTo>
                  <a:cubicBezTo>
                    <a:pt x="648843" y="173736"/>
                    <a:pt x="643001" y="163957"/>
                    <a:pt x="636651" y="154559"/>
                  </a:cubicBezTo>
                  <a:cubicBezTo>
                    <a:pt x="630301" y="145161"/>
                    <a:pt x="623570" y="136017"/>
                    <a:pt x="616331" y="127127"/>
                  </a:cubicBezTo>
                  <a:cubicBezTo>
                    <a:pt x="609092" y="118237"/>
                    <a:pt x="601472" y="109855"/>
                    <a:pt x="593471" y="101854"/>
                  </a:cubicBezTo>
                  <a:cubicBezTo>
                    <a:pt x="585470" y="93853"/>
                    <a:pt x="576961" y="86106"/>
                    <a:pt x="568198" y="78994"/>
                  </a:cubicBezTo>
                  <a:cubicBezTo>
                    <a:pt x="559435" y="71882"/>
                    <a:pt x="550291" y="65024"/>
                    <a:pt x="540766" y="58674"/>
                  </a:cubicBezTo>
                  <a:cubicBezTo>
                    <a:pt x="531241" y="52324"/>
                    <a:pt x="521589" y="46482"/>
                    <a:pt x="511556" y="41148"/>
                  </a:cubicBezTo>
                  <a:cubicBezTo>
                    <a:pt x="501523" y="35814"/>
                    <a:pt x="491236" y="30861"/>
                    <a:pt x="480695" y="26543"/>
                  </a:cubicBezTo>
                  <a:cubicBezTo>
                    <a:pt x="470154" y="22225"/>
                    <a:pt x="459486" y="18415"/>
                    <a:pt x="448564" y="14986"/>
                  </a:cubicBezTo>
                  <a:cubicBezTo>
                    <a:pt x="437642" y="11557"/>
                    <a:pt x="426593" y="8890"/>
                    <a:pt x="415417" y="6731"/>
                  </a:cubicBezTo>
                  <a:cubicBezTo>
                    <a:pt x="404241" y="4572"/>
                    <a:pt x="392938" y="2794"/>
                    <a:pt x="381635" y="1778"/>
                  </a:cubicBezTo>
                  <a:cubicBezTo>
                    <a:pt x="370332" y="762"/>
                    <a:pt x="359156" y="0"/>
                    <a:pt x="347726" y="0"/>
                  </a:cubicBezTo>
                  <a:close/>
                </a:path>
              </a:pathLst>
            </a:custGeom>
            <a:solidFill>
              <a:srgbClr val="FF2A2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64363" y="195137"/>
              <a:ext cx="93599" cy="431990"/>
            </a:xfrm>
            <a:custGeom>
              <a:avLst/>
              <a:gdLst/>
              <a:ahLst/>
              <a:cxnLst/>
              <a:rect r="r" b="b" t="t" l="l"/>
              <a:pathLst>
                <a:path h="431990" w="93599">
                  <a:moveTo>
                    <a:pt x="11938" y="14794"/>
                  </a:moveTo>
                  <a:cubicBezTo>
                    <a:pt x="4064" y="24319"/>
                    <a:pt x="127" y="37527"/>
                    <a:pt x="127" y="54672"/>
                  </a:cubicBezTo>
                  <a:cubicBezTo>
                    <a:pt x="127" y="67245"/>
                    <a:pt x="889" y="87946"/>
                    <a:pt x="2540" y="116775"/>
                  </a:cubicBezTo>
                  <a:lnTo>
                    <a:pt x="11303" y="264857"/>
                  </a:lnTo>
                  <a:cubicBezTo>
                    <a:pt x="12954" y="284034"/>
                    <a:pt x="15748" y="298385"/>
                    <a:pt x="19558" y="307783"/>
                  </a:cubicBezTo>
                  <a:cubicBezTo>
                    <a:pt x="30099" y="327087"/>
                    <a:pt x="62992" y="326198"/>
                    <a:pt x="71628" y="307148"/>
                  </a:cubicBezTo>
                  <a:cubicBezTo>
                    <a:pt x="75819" y="297496"/>
                    <a:pt x="78613" y="283526"/>
                    <a:pt x="79883" y="265365"/>
                  </a:cubicBezTo>
                  <a:lnTo>
                    <a:pt x="91694" y="112965"/>
                  </a:lnTo>
                  <a:cubicBezTo>
                    <a:pt x="92964" y="98995"/>
                    <a:pt x="93599" y="85152"/>
                    <a:pt x="93599" y="71563"/>
                  </a:cubicBezTo>
                  <a:cubicBezTo>
                    <a:pt x="93599" y="48449"/>
                    <a:pt x="90932" y="30923"/>
                    <a:pt x="85598" y="18731"/>
                  </a:cubicBezTo>
                  <a:cubicBezTo>
                    <a:pt x="71120" y="-5653"/>
                    <a:pt x="29083" y="-5399"/>
                    <a:pt x="11811" y="14667"/>
                  </a:cubicBezTo>
                  <a:close/>
                  <a:moveTo>
                    <a:pt x="11811" y="355408"/>
                  </a:moveTo>
                  <a:cubicBezTo>
                    <a:pt x="1905" y="364806"/>
                    <a:pt x="0" y="376363"/>
                    <a:pt x="0" y="387920"/>
                  </a:cubicBezTo>
                  <a:cubicBezTo>
                    <a:pt x="0" y="400112"/>
                    <a:pt x="2413" y="415225"/>
                    <a:pt x="12319" y="422210"/>
                  </a:cubicBezTo>
                  <a:cubicBezTo>
                    <a:pt x="31115" y="435418"/>
                    <a:pt x="62357" y="435164"/>
                    <a:pt x="81153" y="421956"/>
                  </a:cubicBezTo>
                  <a:cubicBezTo>
                    <a:pt x="91059" y="414971"/>
                    <a:pt x="93599" y="399985"/>
                    <a:pt x="93472" y="387920"/>
                  </a:cubicBezTo>
                  <a:cubicBezTo>
                    <a:pt x="93345" y="376363"/>
                    <a:pt x="90678" y="362012"/>
                    <a:pt x="81153" y="355408"/>
                  </a:cubicBezTo>
                  <a:cubicBezTo>
                    <a:pt x="62103" y="342327"/>
                    <a:pt x="28194" y="339025"/>
                    <a:pt x="11811" y="3554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63500" y="63500"/>
              <a:ext cx="691007" cy="691007"/>
            </a:xfrm>
            <a:custGeom>
              <a:avLst/>
              <a:gdLst/>
              <a:ahLst/>
              <a:cxnLst/>
              <a:rect r="r" b="b" t="t" l="l"/>
              <a:pathLst>
                <a:path h="691007" w="691007">
                  <a:moveTo>
                    <a:pt x="0" y="691007"/>
                  </a:moveTo>
                  <a:lnTo>
                    <a:pt x="691007" y="691007"/>
                  </a:lnTo>
                  <a:lnTo>
                    <a:pt x="6910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4994810" y="400562"/>
            <a:ext cx="7285190" cy="165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6"/>
              </a:lnSpc>
            </a:pPr>
            <a:r>
              <a:rPr lang="en-US" b="true" sz="398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Architecture &amp; Data Pipeline</a:t>
            </a:r>
          </a:p>
          <a:p>
            <a:pPr algn="l">
              <a:lnSpc>
                <a:spcPts val="5775"/>
              </a:lnSpc>
            </a:pPr>
            <a:r>
              <a:rPr lang="en-US" b="true" sz="271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123651" y="1597265"/>
            <a:ext cx="9985465" cy="46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3"/>
              </a:lnSpc>
            </a:pPr>
            <a:r>
              <a:rPr lang="en-US" b="true" sz="271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Fromphysicalpressurewavestoreal-timeEdge-AI alerts.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896253" y="2638887"/>
            <a:ext cx="2569360" cy="97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2434">
                <a:solidFill>
                  <a:srgbClr val="6889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Zone 1</a:t>
            </a:r>
          </a:p>
          <a:p>
            <a:pPr algn="ctr">
              <a:lnSpc>
                <a:spcPts val="3277"/>
              </a:lnSpc>
            </a:pPr>
            <a:r>
              <a:rPr lang="en-US" b="true" sz="234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Physical Sensing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088998" y="2638887"/>
            <a:ext cx="3031338" cy="97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2434">
                <a:solidFill>
                  <a:srgbClr val="00C2C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Zone 2</a:t>
            </a:r>
          </a:p>
          <a:p>
            <a:pPr algn="ctr">
              <a:lnSpc>
                <a:spcPts val="3344"/>
              </a:lnSpc>
            </a:pPr>
            <a:r>
              <a:rPr lang="en-US" b="true" sz="238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Edge-AI Processing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912611" y="2553162"/>
            <a:ext cx="2416301" cy="106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7"/>
              </a:lnSpc>
            </a:pPr>
            <a:r>
              <a:rPr lang="en-US" b="true" sz="2434">
                <a:solidFill>
                  <a:srgbClr val="A67C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Zone 3</a:t>
            </a:r>
          </a:p>
          <a:p>
            <a:pPr algn="ctr">
              <a:lnSpc>
                <a:spcPts val="4377"/>
              </a:lnSpc>
            </a:pPr>
            <a:r>
              <a:rPr lang="en-US" b="true" sz="243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Alert Execution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661778" y="5536265"/>
            <a:ext cx="1924069" cy="55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b="true" sz="215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6. Algorithmic Analysis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84133" y="4147919"/>
            <a:ext cx="71499" cy="35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660694" y="4576283"/>
            <a:ext cx="2313906" cy="35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b="true" sz="20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Digital Filtering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160858" y="6768269"/>
            <a:ext cx="1258792" cy="34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b="true" sz="201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10. Result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160858" y="4398144"/>
            <a:ext cx="1984505" cy="34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b="true" sz="201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8. Confirmation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57101" y="4453117"/>
            <a:ext cx="2695922" cy="35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Approaches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084597" y="5476305"/>
            <a:ext cx="2561765" cy="35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Acoustic Detection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651158" y="4147919"/>
            <a:ext cx="2477758" cy="35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Data Acquisition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594803" y="6791018"/>
            <a:ext cx="2868218" cy="35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7. Threshold Decision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160858" y="5581572"/>
            <a:ext cx="2165173" cy="35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20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9. Early Warning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119882" y="6758263"/>
            <a:ext cx="2644147" cy="36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b="true" sz="210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Signal Conditioning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534729" y="8139033"/>
            <a:ext cx="14491123" cy="68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b="true" sz="210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Pressure Waves &gt; MEMS Sensor &gt; Signal Conditioning &gt; Cortex-M ADC &gt; Digital Filtering &gt; TinyML Analysis &gt; Vehicle Detection &gt; LED/LCD/Buzzer Alert &gt; Driver Safety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89" y="1434730"/>
            <a:ext cx="950983" cy="373169"/>
          </a:xfrm>
          <a:custGeom>
            <a:avLst/>
            <a:gdLst/>
            <a:ahLst/>
            <a:cxnLst/>
            <a:rect r="r" b="b" t="t" l="l"/>
            <a:pathLst>
              <a:path h="373169" w="950983">
                <a:moveTo>
                  <a:pt x="0" y="0"/>
                </a:moveTo>
                <a:lnTo>
                  <a:pt x="950983" y="0"/>
                </a:lnTo>
                <a:lnTo>
                  <a:pt x="950983" y="373169"/>
                </a:lnTo>
                <a:lnTo>
                  <a:pt x="0" y="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1047" y="558443"/>
            <a:ext cx="16706764" cy="1765754"/>
            <a:chOff x="0" y="0"/>
            <a:chExt cx="22275686" cy="23543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7270" y="115411"/>
            <a:ext cx="16179160" cy="9638189"/>
          </a:xfrm>
          <a:custGeom>
            <a:avLst/>
            <a:gdLst/>
            <a:ahLst/>
            <a:cxnLst/>
            <a:rect r="r" b="b" t="t" l="l"/>
            <a:pathLst>
              <a:path h="9638189" w="16179160">
                <a:moveTo>
                  <a:pt x="0" y="0"/>
                </a:moveTo>
                <a:lnTo>
                  <a:pt x="16179160" y="0"/>
                </a:lnTo>
                <a:lnTo>
                  <a:pt x="16179160" y="9638189"/>
                </a:lnTo>
                <a:lnTo>
                  <a:pt x="0" y="96381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8695" y="1417596"/>
            <a:ext cx="2191617" cy="47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&amp; Focus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85029" y="1417596"/>
            <a:ext cx="834433" cy="47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6162" y="1500887"/>
            <a:ext cx="3368017" cy="194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434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Core Activity</a:t>
            </a:r>
          </a:p>
          <a:p>
            <a:pPr algn="l">
              <a:lnSpc>
                <a:spcPts val="237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Literature Survey, Problem Analysis &amp; Component Procurement.STM32/Cortex-M setup and architecture learning.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52497" y="1417596"/>
            <a:ext cx="2183151" cy="47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34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Key Milestone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18695" y="5785760"/>
            <a:ext cx="3075561" cy="61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3: Edge-AI(Algorithm &amp; Alert)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18695" y="2502840"/>
            <a:ext cx="3392229" cy="61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1: Foundation(Research &amp; Hardware)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5029" y="2628260"/>
            <a:ext cx="942956" cy="3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1-3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85029" y="5911180"/>
            <a:ext cx="1055138" cy="3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7 - 9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8695" y="4144300"/>
            <a:ext cx="3538881" cy="61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2: Integration(Interfacing &amp; Data)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5029" y="4269720"/>
            <a:ext cx="1079661" cy="3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4 - 6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8695" y="7427220"/>
            <a:ext cx="3524670" cy="617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4: Finalisation(Prototype &amp; Delivery)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5029" y="7552640"/>
            <a:ext cx="1312767" cy="3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10 - 12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6162" y="3823671"/>
            <a:ext cx="3445326" cy="122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Sensor Interfacing &amp; ADC Testing.Data Collection from live moving vehicles.Initial Signal Processing Implementation.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86162" y="5313475"/>
            <a:ext cx="3154859" cy="151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6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Vehicle Detection Algorithm (TinyML) Development.LED, Buzzer, and Display Integration.System Testing, Calibration, and Optimisation.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6162" y="7106592"/>
            <a:ext cx="3324411" cy="122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Complete Prototype Assembly.Result Analysis and Performance Evaluation.Report Writing and PPT Preparation.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52497" y="2482661"/>
            <a:ext cx="2283770" cy="62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Hardware Procured &amp; Environment Setup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2497" y="4124121"/>
            <a:ext cx="2491817" cy="62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Successful Sensor Data Acquisition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52497" y="5917238"/>
            <a:ext cx="3375912" cy="3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Functional Detection Algorithm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52497" y="7558698"/>
            <a:ext cx="3214148" cy="32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Final Demonstration (Sept 20)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89" y="1434730"/>
            <a:ext cx="950983" cy="373169"/>
          </a:xfrm>
          <a:custGeom>
            <a:avLst/>
            <a:gdLst/>
            <a:ahLst/>
            <a:cxnLst/>
            <a:rect r="r" b="b" t="t" l="l"/>
            <a:pathLst>
              <a:path h="373169" w="950983">
                <a:moveTo>
                  <a:pt x="0" y="0"/>
                </a:moveTo>
                <a:lnTo>
                  <a:pt x="950983" y="0"/>
                </a:lnTo>
                <a:lnTo>
                  <a:pt x="950983" y="373169"/>
                </a:lnTo>
                <a:lnTo>
                  <a:pt x="0" y="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0107" y="563884"/>
            <a:ext cx="16479111" cy="1741693"/>
            <a:chOff x="0" y="0"/>
            <a:chExt cx="22275686" cy="23543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6642" y="2989202"/>
            <a:ext cx="75731" cy="75731"/>
            <a:chOff x="0" y="0"/>
            <a:chExt cx="78168" cy="78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6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66642" y="3276985"/>
            <a:ext cx="75731" cy="75731"/>
            <a:chOff x="0" y="0"/>
            <a:chExt cx="78168" cy="78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6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66642" y="3852568"/>
            <a:ext cx="75731" cy="75731"/>
            <a:chOff x="0" y="0"/>
            <a:chExt cx="78168" cy="78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6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6642" y="4140350"/>
            <a:ext cx="75731" cy="75731"/>
            <a:chOff x="0" y="0"/>
            <a:chExt cx="78168" cy="781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6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66642" y="4715925"/>
            <a:ext cx="75731" cy="75731"/>
            <a:chOff x="0" y="0"/>
            <a:chExt cx="78168" cy="781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6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66642" y="5003716"/>
            <a:ext cx="75731" cy="75731"/>
            <a:chOff x="0" y="0"/>
            <a:chExt cx="78168" cy="781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6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0" y="7338282"/>
            <a:ext cx="1119617" cy="1710888"/>
          </a:xfrm>
          <a:custGeom>
            <a:avLst/>
            <a:gdLst/>
            <a:ahLst/>
            <a:cxnLst/>
            <a:rect r="r" b="b" t="t" l="l"/>
            <a:pathLst>
              <a:path h="1710888" w="1119617">
                <a:moveTo>
                  <a:pt x="0" y="0"/>
                </a:moveTo>
                <a:lnTo>
                  <a:pt x="1119617" y="0"/>
                </a:lnTo>
                <a:lnTo>
                  <a:pt x="1119617" y="1710888"/>
                </a:lnTo>
                <a:lnTo>
                  <a:pt x="0" y="17108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75888" y="798809"/>
            <a:ext cx="1374568" cy="1374568"/>
          </a:xfrm>
          <a:custGeom>
            <a:avLst/>
            <a:gdLst/>
            <a:ahLst/>
            <a:cxnLst/>
            <a:rect r="r" b="b" t="t" l="l"/>
            <a:pathLst>
              <a:path h="1374568" w="1374568">
                <a:moveTo>
                  <a:pt x="0" y="0"/>
                </a:moveTo>
                <a:lnTo>
                  <a:pt x="1374568" y="0"/>
                </a:lnTo>
                <a:lnTo>
                  <a:pt x="1374568" y="1374568"/>
                </a:lnTo>
                <a:lnTo>
                  <a:pt x="0" y="13745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88750" y="6461610"/>
            <a:ext cx="1635415" cy="1635415"/>
          </a:xfrm>
          <a:custGeom>
            <a:avLst/>
            <a:gdLst/>
            <a:ahLst/>
            <a:cxnLst/>
            <a:rect r="r" b="b" t="t" l="l"/>
            <a:pathLst>
              <a:path h="1635415" w="1635415">
                <a:moveTo>
                  <a:pt x="0" y="0"/>
                </a:moveTo>
                <a:lnTo>
                  <a:pt x="1635415" y="0"/>
                </a:lnTo>
                <a:lnTo>
                  <a:pt x="1635415" y="1635415"/>
                </a:lnTo>
                <a:lnTo>
                  <a:pt x="0" y="16354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667129" y="2989202"/>
            <a:ext cx="75731" cy="75731"/>
            <a:chOff x="0" y="0"/>
            <a:chExt cx="78169" cy="781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667129" y="3276985"/>
            <a:ext cx="75731" cy="75731"/>
            <a:chOff x="0" y="0"/>
            <a:chExt cx="78169" cy="781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67129" y="3564776"/>
            <a:ext cx="75731" cy="75731"/>
            <a:chOff x="0" y="0"/>
            <a:chExt cx="78169" cy="781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226" cy="78227"/>
            </a:xfrm>
            <a:custGeom>
              <a:avLst/>
              <a:gdLst/>
              <a:ahLst/>
              <a:cxnLst/>
              <a:rect r="r" b="b" t="t" l="l"/>
              <a:pathLst>
                <a:path h="78227" w="78226">
                  <a:moveTo>
                    <a:pt x="78226" y="39113"/>
                  </a:moveTo>
                  <a:cubicBezTo>
                    <a:pt x="78226" y="44320"/>
                    <a:pt x="77210" y="49273"/>
                    <a:pt x="75305" y="54099"/>
                  </a:cubicBezTo>
                  <a:cubicBezTo>
                    <a:pt x="73401" y="58924"/>
                    <a:pt x="70480" y="63115"/>
                    <a:pt x="66797" y="66798"/>
                  </a:cubicBezTo>
                  <a:cubicBezTo>
                    <a:pt x="63114" y="70480"/>
                    <a:pt x="58924" y="73274"/>
                    <a:pt x="54098" y="75306"/>
                  </a:cubicBezTo>
                  <a:cubicBezTo>
                    <a:pt x="49272" y="77338"/>
                    <a:pt x="44320" y="78227"/>
                    <a:pt x="39113" y="78227"/>
                  </a:cubicBezTo>
                  <a:cubicBezTo>
                    <a:pt x="33906" y="78227"/>
                    <a:pt x="28954" y="77211"/>
                    <a:pt x="24128" y="75306"/>
                  </a:cubicBezTo>
                  <a:cubicBezTo>
                    <a:pt x="19303" y="73401"/>
                    <a:pt x="15112" y="70480"/>
                    <a:pt x="11429" y="66798"/>
                  </a:cubicBezTo>
                  <a:cubicBezTo>
                    <a:pt x="7746" y="63115"/>
                    <a:pt x="4953" y="58924"/>
                    <a:pt x="2921" y="54099"/>
                  </a:cubicBezTo>
                  <a:cubicBezTo>
                    <a:pt x="889" y="49273"/>
                    <a:pt x="0" y="44320"/>
                    <a:pt x="0" y="39113"/>
                  </a:cubicBezTo>
                  <a:cubicBezTo>
                    <a:pt x="0" y="33907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7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7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7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667129" y="4140350"/>
            <a:ext cx="75731" cy="75731"/>
            <a:chOff x="0" y="0"/>
            <a:chExt cx="78169" cy="781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667129" y="4428142"/>
            <a:ext cx="75731" cy="75731"/>
            <a:chOff x="0" y="0"/>
            <a:chExt cx="78169" cy="781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226" cy="78227"/>
            </a:xfrm>
            <a:custGeom>
              <a:avLst/>
              <a:gdLst/>
              <a:ahLst/>
              <a:cxnLst/>
              <a:rect r="r" b="b" t="t" l="l"/>
              <a:pathLst>
                <a:path h="78227" w="78226">
                  <a:moveTo>
                    <a:pt x="78226" y="39113"/>
                  </a:moveTo>
                  <a:cubicBezTo>
                    <a:pt x="78226" y="44320"/>
                    <a:pt x="77210" y="49273"/>
                    <a:pt x="75305" y="54098"/>
                  </a:cubicBezTo>
                  <a:cubicBezTo>
                    <a:pt x="73401" y="58924"/>
                    <a:pt x="70480" y="63115"/>
                    <a:pt x="66797" y="66797"/>
                  </a:cubicBezTo>
                  <a:cubicBezTo>
                    <a:pt x="63114" y="70480"/>
                    <a:pt x="58924" y="73274"/>
                    <a:pt x="54098" y="75306"/>
                  </a:cubicBezTo>
                  <a:cubicBezTo>
                    <a:pt x="49272" y="77338"/>
                    <a:pt x="44320" y="78227"/>
                    <a:pt x="39113" y="78227"/>
                  </a:cubicBezTo>
                  <a:cubicBezTo>
                    <a:pt x="33906" y="78227"/>
                    <a:pt x="28954" y="77211"/>
                    <a:pt x="24128" y="75306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5"/>
                    <a:pt x="4953" y="58924"/>
                    <a:pt x="2921" y="54098"/>
                  </a:cubicBezTo>
                  <a:cubicBezTo>
                    <a:pt x="889" y="49273"/>
                    <a:pt x="0" y="44320"/>
                    <a:pt x="0" y="39113"/>
                  </a:cubicBezTo>
                  <a:cubicBezTo>
                    <a:pt x="0" y="33907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7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667129" y="4715925"/>
            <a:ext cx="75731" cy="75731"/>
            <a:chOff x="0" y="0"/>
            <a:chExt cx="78169" cy="781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36076" y="1990061"/>
            <a:ext cx="270674" cy="3249376"/>
            <a:chOff x="0" y="0"/>
            <a:chExt cx="279400" cy="33540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0650" y="92075"/>
              <a:ext cx="38100" cy="3169918"/>
            </a:xfrm>
            <a:custGeom>
              <a:avLst/>
              <a:gdLst/>
              <a:ahLst/>
              <a:cxnLst/>
              <a:rect r="r" b="b" t="t" l="l"/>
              <a:pathLst>
                <a:path h="3169918" w="38100">
                  <a:moveTo>
                    <a:pt x="38100" y="0"/>
                  </a:moveTo>
                  <a:lnTo>
                    <a:pt x="38100" y="3169918"/>
                  </a:lnTo>
                  <a:lnTo>
                    <a:pt x="0" y="3169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3500"/>
              <a:ext cx="1524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">
                  <a:moveTo>
                    <a:pt x="133350" y="38100"/>
                  </a:move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lnTo>
                    <a:pt x="133350" y="0"/>
                  </a:lnTo>
                  <a:cubicBezTo>
                    <a:pt x="143891" y="0"/>
                    <a:pt x="152400" y="8509"/>
                    <a:pt x="152400" y="19050"/>
                  </a:cubicBezTo>
                  <a:cubicBezTo>
                    <a:pt x="152400" y="29591"/>
                    <a:pt x="143891" y="38100"/>
                    <a:pt x="133350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3252468"/>
              <a:ext cx="152400" cy="38100"/>
            </a:xfrm>
            <a:custGeom>
              <a:avLst/>
              <a:gdLst/>
              <a:ahLst/>
              <a:cxnLst/>
              <a:rect r="r" b="b" t="t" l="l"/>
              <a:pathLst>
                <a:path h="38100" w="152400">
                  <a:moveTo>
                    <a:pt x="133350" y="38100"/>
                  </a:move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lnTo>
                    <a:pt x="133350" y="0"/>
                  </a:lnTo>
                  <a:cubicBezTo>
                    <a:pt x="143891" y="0"/>
                    <a:pt x="152400" y="8509"/>
                    <a:pt x="152400" y="19050"/>
                  </a:cubicBezTo>
                  <a:cubicBezTo>
                    <a:pt x="152400" y="29591"/>
                    <a:pt x="143891" y="38100"/>
                    <a:pt x="133350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20650" y="63500"/>
              <a:ext cx="38100" cy="3227068"/>
            </a:xfrm>
            <a:custGeom>
              <a:avLst/>
              <a:gdLst/>
              <a:ahLst/>
              <a:cxnLst/>
              <a:rect r="r" b="b" t="t" l="l"/>
              <a:pathLst>
                <a:path h="3227068" w="38100">
                  <a:moveTo>
                    <a:pt x="0" y="3227068"/>
                  </a:moveTo>
                  <a:lnTo>
                    <a:pt x="38100" y="3227068"/>
                  </a:lnTo>
                  <a:lnTo>
                    <a:pt x="38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7683202" y="0"/>
            <a:ext cx="1739540" cy="1620955"/>
          </a:xfrm>
          <a:custGeom>
            <a:avLst/>
            <a:gdLst/>
            <a:ahLst/>
            <a:cxnLst/>
            <a:rect r="r" b="b" t="t" l="l"/>
            <a:pathLst>
              <a:path h="1620955" w="1739540">
                <a:moveTo>
                  <a:pt x="0" y="0"/>
                </a:moveTo>
                <a:lnTo>
                  <a:pt x="1739539" y="0"/>
                </a:lnTo>
                <a:lnTo>
                  <a:pt x="1739539" y="1620955"/>
                </a:lnTo>
                <a:lnTo>
                  <a:pt x="0" y="1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124541" y="2984210"/>
            <a:ext cx="75731" cy="75731"/>
            <a:chOff x="0" y="0"/>
            <a:chExt cx="78169" cy="781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24541" y="3272002"/>
            <a:ext cx="75731" cy="75731"/>
            <a:chOff x="0" y="0"/>
            <a:chExt cx="78169" cy="781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24541" y="3847576"/>
            <a:ext cx="75731" cy="75731"/>
            <a:chOff x="0" y="0"/>
            <a:chExt cx="78169" cy="781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24541" y="4135358"/>
            <a:ext cx="75731" cy="75731"/>
            <a:chOff x="0" y="0"/>
            <a:chExt cx="78169" cy="781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226" cy="78226"/>
            </a:xfrm>
            <a:custGeom>
              <a:avLst/>
              <a:gdLst/>
              <a:ahLst/>
              <a:cxnLst/>
              <a:rect r="r" b="b" t="t" l="l"/>
              <a:pathLst>
                <a:path h="78226" w="78226">
                  <a:moveTo>
                    <a:pt x="78226" y="39113"/>
                  </a:moveTo>
                  <a:cubicBezTo>
                    <a:pt x="78226" y="44320"/>
                    <a:pt x="77210" y="49272"/>
                    <a:pt x="75305" y="54098"/>
                  </a:cubicBezTo>
                  <a:cubicBezTo>
                    <a:pt x="73401" y="58924"/>
                    <a:pt x="70480" y="63114"/>
                    <a:pt x="66797" y="66797"/>
                  </a:cubicBezTo>
                  <a:cubicBezTo>
                    <a:pt x="63114" y="70480"/>
                    <a:pt x="58924" y="73274"/>
                    <a:pt x="54098" y="75305"/>
                  </a:cubicBezTo>
                  <a:cubicBezTo>
                    <a:pt x="49272" y="77337"/>
                    <a:pt x="44320" y="78226"/>
                    <a:pt x="39113" y="78226"/>
                  </a:cubicBezTo>
                  <a:cubicBezTo>
                    <a:pt x="33906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6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6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6" y="0"/>
                    <a:pt x="39113" y="0"/>
                  </a:cubicBezTo>
                  <a:cubicBezTo>
                    <a:pt x="44320" y="0"/>
                    <a:pt x="49272" y="1016"/>
                    <a:pt x="54098" y="2921"/>
                  </a:cubicBezTo>
                  <a:cubicBezTo>
                    <a:pt x="58924" y="4826"/>
                    <a:pt x="63114" y="7746"/>
                    <a:pt x="66797" y="11429"/>
                  </a:cubicBezTo>
                  <a:cubicBezTo>
                    <a:pt x="70480" y="15112"/>
                    <a:pt x="73274" y="19303"/>
                    <a:pt x="75305" y="24128"/>
                  </a:cubicBezTo>
                  <a:cubicBezTo>
                    <a:pt x="77337" y="28954"/>
                    <a:pt x="78226" y="33906"/>
                    <a:pt x="78226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121005" y="2845306"/>
            <a:ext cx="75731" cy="75731"/>
            <a:chOff x="0" y="0"/>
            <a:chExt cx="78169" cy="781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8227" cy="78226"/>
            </a:xfrm>
            <a:custGeom>
              <a:avLst/>
              <a:gdLst/>
              <a:ahLst/>
              <a:cxnLst/>
              <a:rect r="r" b="b" t="t" l="l"/>
              <a:pathLst>
                <a:path h="78226" w="78227">
                  <a:moveTo>
                    <a:pt x="78227" y="39113"/>
                  </a:moveTo>
                  <a:cubicBezTo>
                    <a:pt x="78227" y="44320"/>
                    <a:pt x="77211" y="49272"/>
                    <a:pt x="75306" y="54098"/>
                  </a:cubicBezTo>
                  <a:cubicBezTo>
                    <a:pt x="73401" y="58924"/>
                    <a:pt x="70480" y="63114"/>
                    <a:pt x="66798" y="66797"/>
                  </a:cubicBezTo>
                  <a:cubicBezTo>
                    <a:pt x="63115" y="70480"/>
                    <a:pt x="58924" y="73274"/>
                    <a:pt x="54099" y="75305"/>
                  </a:cubicBezTo>
                  <a:cubicBezTo>
                    <a:pt x="49273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7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7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3" y="1016"/>
                    <a:pt x="54099" y="2921"/>
                  </a:cubicBezTo>
                  <a:cubicBezTo>
                    <a:pt x="58924" y="4826"/>
                    <a:pt x="63115" y="7746"/>
                    <a:pt x="66798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8" y="28954"/>
                    <a:pt x="78227" y="33906"/>
                    <a:pt x="78227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121005" y="3133098"/>
            <a:ext cx="75731" cy="75731"/>
            <a:chOff x="0" y="0"/>
            <a:chExt cx="78169" cy="781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8227" cy="78226"/>
            </a:xfrm>
            <a:custGeom>
              <a:avLst/>
              <a:gdLst/>
              <a:ahLst/>
              <a:cxnLst/>
              <a:rect r="r" b="b" t="t" l="l"/>
              <a:pathLst>
                <a:path h="78226" w="78227">
                  <a:moveTo>
                    <a:pt x="78227" y="39113"/>
                  </a:moveTo>
                  <a:cubicBezTo>
                    <a:pt x="78227" y="44320"/>
                    <a:pt x="77211" y="49272"/>
                    <a:pt x="75306" y="54098"/>
                  </a:cubicBezTo>
                  <a:cubicBezTo>
                    <a:pt x="73401" y="58924"/>
                    <a:pt x="70480" y="63114"/>
                    <a:pt x="66798" y="66797"/>
                  </a:cubicBezTo>
                  <a:cubicBezTo>
                    <a:pt x="63115" y="70480"/>
                    <a:pt x="58924" y="73274"/>
                    <a:pt x="54099" y="75305"/>
                  </a:cubicBezTo>
                  <a:cubicBezTo>
                    <a:pt x="49273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7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7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3" y="1016"/>
                    <a:pt x="54099" y="2921"/>
                  </a:cubicBezTo>
                  <a:cubicBezTo>
                    <a:pt x="58924" y="4826"/>
                    <a:pt x="63115" y="7746"/>
                    <a:pt x="66798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8" y="28954"/>
                    <a:pt x="78227" y="33906"/>
                    <a:pt x="78227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121005" y="3420880"/>
            <a:ext cx="75731" cy="75731"/>
            <a:chOff x="0" y="0"/>
            <a:chExt cx="78169" cy="7816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227" cy="78227"/>
            </a:xfrm>
            <a:custGeom>
              <a:avLst/>
              <a:gdLst/>
              <a:ahLst/>
              <a:cxnLst/>
              <a:rect r="r" b="b" t="t" l="l"/>
              <a:pathLst>
                <a:path h="78227" w="78227">
                  <a:moveTo>
                    <a:pt x="78227" y="39113"/>
                  </a:moveTo>
                  <a:cubicBezTo>
                    <a:pt x="78227" y="44320"/>
                    <a:pt x="77211" y="49273"/>
                    <a:pt x="75306" y="54099"/>
                  </a:cubicBezTo>
                  <a:cubicBezTo>
                    <a:pt x="73401" y="58924"/>
                    <a:pt x="70480" y="63115"/>
                    <a:pt x="66798" y="66798"/>
                  </a:cubicBezTo>
                  <a:cubicBezTo>
                    <a:pt x="63115" y="70480"/>
                    <a:pt x="58924" y="73274"/>
                    <a:pt x="54099" y="75306"/>
                  </a:cubicBezTo>
                  <a:cubicBezTo>
                    <a:pt x="49273" y="77338"/>
                    <a:pt x="44320" y="78227"/>
                    <a:pt x="39113" y="78227"/>
                  </a:cubicBezTo>
                  <a:cubicBezTo>
                    <a:pt x="33907" y="78227"/>
                    <a:pt x="28954" y="77211"/>
                    <a:pt x="24128" y="75306"/>
                  </a:cubicBezTo>
                  <a:cubicBezTo>
                    <a:pt x="19303" y="73401"/>
                    <a:pt x="15112" y="70480"/>
                    <a:pt x="11429" y="66798"/>
                  </a:cubicBezTo>
                  <a:cubicBezTo>
                    <a:pt x="7747" y="63115"/>
                    <a:pt x="4953" y="58924"/>
                    <a:pt x="2921" y="54099"/>
                  </a:cubicBezTo>
                  <a:cubicBezTo>
                    <a:pt x="889" y="49273"/>
                    <a:pt x="0" y="44320"/>
                    <a:pt x="0" y="39113"/>
                  </a:cubicBezTo>
                  <a:cubicBezTo>
                    <a:pt x="0" y="33907"/>
                    <a:pt x="1016" y="28954"/>
                    <a:pt x="2921" y="24128"/>
                  </a:cubicBezTo>
                  <a:cubicBezTo>
                    <a:pt x="4826" y="19303"/>
                    <a:pt x="7747" y="15112"/>
                    <a:pt x="11429" y="11429"/>
                  </a:cubicBezTo>
                  <a:cubicBezTo>
                    <a:pt x="15112" y="7747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3" y="1016"/>
                    <a:pt x="54099" y="2921"/>
                  </a:cubicBezTo>
                  <a:cubicBezTo>
                    <a:pt x="58924" y="4826"/>
                    <a:pt x="63115" y="7747"/>
                    <a:pt x="66798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8" y="28954"/>
                    <a:pt x="78227" y="33907"/>
                    <a:pt x="78227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121005" y="4284246"/>
            <a:ext cx="75731" cy="75731"/>
            <a:chOff x="0" y="0"/>
            <a:chExt cx="78169" cy="781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227" cy="78227"/>
            </a:xfrm>
            <a:custGeom>
              <a:avLst/>
              <a:gdLst/>
              <a:ahLst/>
              <a:cxnLst/>
              <a:rect r="r" b="b" t="t" l="l"/>
              <a:pathLst>
                <a:path h="78227" w="78227">
                  <a:moveTo>
                    <a:pt x="78227" y="39113"/>
                  </a:moveTo>
                  <a:cubicBezTo>
                    <a:pt x="78227" y="44320"/>
                    <a:pt x="77211" y="49273"/>
                    <a:pt x="75306" y="54098"/>
                  </a:cubicBezTo>
                  <a:cubicBezTo>
                    <a:pt x="73401" y="58924"/>
                    <a:pt x="70480" y="63115"/>
                    <a:pt x="66798" y="66797"/>
                  </a:cubicBezTo>
                  <a:cubicBezTo>
                    <a:pt x="63115" y="70480"/>
                    <a:pt x="58924" y="73274"/>
                    <a:pt x="54099" y="75306"/>
                  </a:cubicBezTo>
                  <a:cubicBezTo>
                    <a:pt x="49273" y="77338"/>
                    <a:pt x="44320" y="78227"/>
                    <a:pt x="39113" y="78227"/>
                  </a:cubicBezTo>
                  <a:cubicBezTo>
                    <a:pt x="33907" y="78227"/>
                    <a:pt x="28954" y="77211"/>
                    <a:pt x="24128" y="75306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7" y="63115"/>
                    <a:pt x="4953" y="58924"/>
                    <a:pt x="2921" y="54098"/>
                  </a:cubicBezTo>
                  <a:cubicBezTo>
                    <a:pt x="889" y="49273"/>
                    <a:pt x="0" y="44320"/>
                    <a:pt x="0" y="39113"/>
                  </a:cubicBezTo>
                  <a:cubicBezTo>
                    <a:pt x="0" y="33907"/>
                    <a:pt x="1016" y="28954"/>
                    <a:pt x="2921" y="24128"/>
                  </a:cubicBezTo>
                  <a:cubicBezTo>
                    <a:pt x="4826" y="19303"/>
                    <a:pt x="7747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3" y="1016"/>
                    <a:pt x="54099" y="2921"/>
                  </a:cubicBezTo>
                  <a:cubicBezTo>
                    <a:pt x="58924" y="4826"/>
                    <a:pt x="63115" y="7746"/>
                    <a:pt x="66798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8" y="28954"/>
                    <a:pt x="78227" y="33907"/>
                    <a:pt x="78227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121005" y="5147612"/>
            <a:ext cx="75731" cy="75731"/>
            <a:chOff x="0" y="0"/>
            <a:chExt cx="78169" cy="7816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8227" cy="78226"/>
            </a:xfrm>
            <a:custGeom>
              <a:avLst/>
              <a:gdLst/>
              <a:ahLst/>
              <a:cxnLst/>
              <a:rect r="r" b="b" t="t" l="l"/>
              <a:pathLst>
                <a:path h="78226" w="78227">
                  <a:moveTo>
                    <a:pt x="78227" y="39113"/>
                  </a:moveTo>
                  <a:cubicBezTo>
                    <a:pt x="78227" y="44320"/>
                    <a:pt x="77211" y="49272"/>
                    <a:pt x="75306" y="54098"/>
                  </a:cubicBezTo>
                  <a:cubicBezTo>
                    <a:pt x="73401" y="58924"/>
                    <a:pt x="70480" y="63114"/>
                    <a:pt x="66798" y="66797"/>
                  </a:cubicBezTo>
                  <a:cubicBezTo>
                    <a:pt x="63115" y="70480"/>
                    <a:pt x="58924" y="73274"/>
                    <a:pt x="54099" y="75305"/>
                  </a:cubicBezTo>
                  <a:cubicBezTo>
                    <a:pt x="49273" y="77337"/>
                    <a:pt x="44320" y="78226"/>
                    <a:pt x="39113" y="78226"/>
                  </a:cubicBezTo>
                  <a:cubicBezTo>
                    <a:pt x="33907" y="78226"/>
                    <a:pt x="28954" y="77210"/>
                    <a:pt x="24128" y="75305"/>
                  </a:cubicBezTo>
                  <a:cubicBezTo>
                    <a:pt x="19303" y="73401"/>
                    <a:pt x="15112" y="70480"/>
                    <a:pt x="11429" y="66797"/>
                  </a:cubicBezTo>
                  <a:cubicBezTo>
                    <a:pt x="7747" y="63114"/>
                    <a:pt x="4953" y="58924"/>
                    <a:pt x="2921" y="54098"/>
                  </a:cubicBezTo>
                  <a:cubicBezTo>
                    <a:pt x="889" y="49272"/>
                    <a:pt x="0" y="44320"/>
                    <a:pt x="0" y="39113"/>
                  </a:cubicBezTo>
                  <a:cubicBezTo>
                    <a:pt x="0" y="33906"/>
                    <a:pt x="1016" y="28954"/>
                    <a:pt x="2921" y="24128"/>
                  </a:cubicBezTo>
                  <a:cubicBezTo>
                    <a:pt x="4826" y="19303"/>
                    <a:pt x="7747" y="15112"/>
                    <a:pt x="11429" y="11429"/>
                  </a:cubicBezTo>
                  <a:cubicBezTo>
                    <a:pt x="15112" y="7746"/>
                    <a:pt x="19303" y="4953"/>
                    <a:pt x="24128" y="2921"/>
                  </a:cubicBezTo>
                  <a:cubicBezTo>
                    <a:pt x="28954" y="889"/>
                    <a:pt x="33907" y="0"/>
                    <a:pt x="39113" y="0"/>
                  </a:cubicBezTo>
                  <a:cubicBezTo>
                    <a:pt x="44320" y="0"/>
                    <a:pt x="49273" y="1016"/>
                    <a:pt x="54099" y="2921"/>
                  </a:cubicBezTo>
                  <a:cubicBezTo>
                    <a:pt x="58924" y="4826"/>
                    <a:pt x="63115" y="7746"/>
                    <a:pt x="66798" y="11429"/>
                  </a:cubicBezTo>
                  <a:cubicBezTo>
                    <a:pt x="70480" y="15112"/>
                    <a:pt x="73274" y="19303"/>
                    <a:pt x="75306" y="24128"/>
                  </a:cubicBezTo>
                  <a:cubicBezTo>
                    <a:pt x="77338" y="28954"/>
                    <a:pt x="78227" y="33906"/>
                    <a:pt x="78227" y="391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533757" y="4568245"/>
            <a:ext cx="83307" cy="83307"/>
            <a:chOff x="0" y="0"/>
            <a:chExt cx="85992" cy="859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980" cy="86106"/>
            </a:xfrm>
            <a:custGeom>
              <a:avLst/>
              <a:gdLst/>
              <a:ahLst/>
              <a:cxnLst/>
              <a:rect r="r" b="b" t="t" l="l"/>
              <a:pathLst>
                <a:path h="86106" w="85980">
                  <a:moveTo>
                    <a:pt x="85980" y="43053"/>
                  </a:moveTo>
                  <a:cubicBezTo>
                    <a:pt x="85980" y="48768"/>
                    <a:pt x="84837" y="54229"/>
                    <a:pt x="82678" y="59563"/>
                  </a:cubicBezTo>
                  <a:cubicBezTo>
                    <a:pt x="80519" y="64770"/>
                    <a:pt x="77344" y="69469"/>
                    <a:pt x="73407" y="73533"/>
                  </a:cubicBezTo>
                  <a:lnTo>
                    <a:pt x="70613" y="70739"/>
                  </a:lnTo>
                  <a:lnTo>
                    <a:pt x="73407" y="73533"/>
                  </a:lnTo>
                  <a:cubicBezTo>
                    <a:pt x="69343" y="77597"/>
                    <a:pt x="64771" y="80645"/>
                    <a:pt x="59437" y="82804"/>
                  </a:cubicBezTo>
                  <a:lnTo>
                    <a:pt x="57913" y="79248"/>
                  </a:lnTo>
                  <a:lnTo>
                    <a:pt x="59437" y="82804"/>
                  </a:lnTo>
                  <a:cubicBezTo>
                    <a:pt x="54229" y="84963"/>
                    <a:pt x="48641" y="86106"/>
                    <a:pt x="42926" y="86106"/>
                  </a:cubicBezTo>
                  <a:lnTo>
                    <a:pt x="42926" y="82042"/>
                  </a:lnTo>
                  <a:lnTo>
                    <a:pt x="42926" y="85979"/>
                  </a:lnTo>
                  <a:cubicBezTo>
                    <a:pt x="37211" y="85979"/>
                    <a:pt x="31750" y="84836"/>
                    <a:pt x="26416" y="82677"/>
                  </a:cubicBezTo>
                  <a:lnTo>
                    <a:pt x="27940" y="79121"/>
                  </a:lnTo>
                  <a:lnTo>
                    <a:pt x="26416" y="82677"/>
                  </a:lnTo>
                  <a:cubicBezTo>
                    <a:pt x="21209" y="80518"/>
                    <a:pt x="16510" y="77343"/>
                    <a:pt x="12446" y="73406"/>
                  </a:cubicBezTo>
                  <a:cubicBezTo>
                    <a:pt x="8509" y="69342"/>
                    <a:pt x="5461" y="64770"/>
                    <a:pt x="3302" y="59436"/>
                  </a:cubicBezTo>
                  <a:lnTo>
                    <a:pt x="6858" y="57912"/>
                  </a:lnTo>
                  <a:lnTo>
                    <a:pt x="3302" y="59436"/>
                  </a:lnTo>
                  <a:cubicBezTo>
                    <a:pt x="1143" y="54229"/>
                    <a:pt x="0" y="48641"/>
                    <a:pt x="0" y="43053"/>
                  </a:cubicBezTo>
                  <a:lnTo>
                    <a:pt x="3937" y="43053"/>
                  </a:lnTo>
                  <a:lnTo>
                    <a:pt x="0" y="43053"/>
                  </a:lnTo>
                  <a:cubicBezTo>
                    <a:pt x="0" y="37338"/>
                    <a:pt x="1143" y="31877"/>
                    <a:pt x="3302" y="26543"/>
                  </a:cubicBezTo>
                  <a:lnTo>
                    <a:pt x="6858" y="28067"/>
                  </a:lnTo>
                  <a:lnTo>
                    <a:pt x="3302" y="26543"/>
                  </a:lnTo>
                  <a:cubicBezTo>
                    <a:pt x="5461" y="21336"/>
                    <a:pt x="8636" y="16637"/>
                    <a:pt x="12573" y="12573"/>
                  </a:cubicBezTo>
                  <a:lnTo>
                    <a:pt x="15367" y="15367"/>
                  </a:lnTo>
                  <a:lnTo>
                    <a:pt x="12573" y="12573"/>
                  </a:lnTo>
                  <a:cubicBezTo>
                    <a:pt x="16637" y="8509"/>
                    <a:pt x="21209" y="5461"/>
                    <a:pt x="26543" y="3302"/>
                  </a:cubicBezTo>
                  <a:lnTo>
                    <a:pt x="28067" y="6858"/>
                  </a:lnTo>
                  <a:lnTo>
                    <a:pt x="26543" y="3302"/>
                  </a:lnTo>
                  <a:cubicBezTo>
                    <a:pt x="31750" y="1143"/>
                    <a:pt x="37338" y="0"/>
                    <a:pt x="43053" y="0"/>
                  </a:cubicBezTo>
                  <a:lnTo>
                    <a:pt x="43053" y="3937"/>
                  </a:lnTo>
                  <a:lnTo>
                    <a:pt x="43053" y="0"/>
                  </a:lnTo>
                  <a:cubicBezTo>
                    <a:pt x="48768" y="0"/>
                    <a:pt x="54229" y="1143"/>
                    <a:pt x="59564" y="3302"/>
                  </a:cubicBezTo>
                  <a:lnTo>
                    <a:pt x="57913" y="6858"/>
                  </a:lnTo>
                  <a:lnTo>
                    <a:pt x="59437" y="3302"/>
                  </a:lnTo>
                  <a:cubicBezTo>
                    <a:pt x="64644" y="5461"/>
                    <a:pt x="69343" y="8636"/>
                    <a:pt x="73407" y="12573"/>
                  </a:cubicBezTo>
                  <a:lnTo>
                    <a:pt x="70613" y="15367"/>
                  </a:lnTo>
                  <a:lnTo>
                    <a:pt x="73407" y="12573"/>
                  </a:lnTo>
                  <a:cubicBezTo>
                    <a:pt x="77471" y="16637"/>
                    <a:pt x="80519" y="21209"/>
                    <a:pt x="82678" y="26543"/>
                  </a:cubicBezTo>
                  <a:cubicBezTo>
                    <a:pt x="84837" y="31750"/>
                    <a:pt x="85980" y="37338"/>
                    <a:pt x="85980" y="43053"/>
                  </a:cubicBezTo>
                  <a:lnTo>
                    <a:pt x="82043" y="43053"/>
                  </a:lnTo>
                  <a:lnTo>
                    <a:pt x="85980" y="43053"/>
                  </a:lnTo>
                  <a:moveTo>
                    <a:pt x="78106" y="43053"/>
                  </a:moveTo>
                  <a:cubicBezTo>
                    <a:pt x="78106" y="38354"/>
                    <a:pt x="77217" y="33909"/>
                    <a:pt x="75439" y="29591"/>
                  </a:cubicBezTo>
                  <a:lnTo>
                    <a:pt x="78995" y="28067"/>
                  </a:lnTo>
                  <a:lnTo>
                    <a:pt x="75439" y="29591"/>
                  </a:lnTo>
                  <a:cubicBezTo>
                    <a:pt x="73661" y="25273"/>
                    <a:pt x="71121" y="21463"/>
                    <a:pt x="67819" y="18161"/>
                  </a:cubicBezTo>
                  <a:cubicBezTo>
                    <a:pt x="64517" y="14859"/>
                    <a:pt x="60707" y="12319"/>
                    <a:pt x="56388" y="10541"/>
                  </a:cubicBezTo>
                  <a:cubicBezTo>
                    <a:pt x="52070" y="8763"/>
                    <a:pt x="47625" y="7874"/>
                    <a:pt x="43053" y="7874"/>
                  </a:cubicBezTo>
                  <a:cubicBezTo>
                    <a:pt x="38481" y="7874"/>
                    <a:pt x="33909" y="8763"/>
                    <a:pt x="29591" y="10541"/>
                  </a:cubicBezTo>
                  <a:cubicBezTo>
                    <a:pt x="25273" y="12319"/>
                    <a:pt x="21463" y="14859"/>
                    <a:pt x="18161" y="18161"/>
                  </a:cubicBezTo>
                  <a:cubicBezTo>
                    <a:pt x="14859" y="21463"/>
                    <a:pt x="12319" y="25273"/>
                    <a:pt x="10541" y="29591"/>
                  </a:cubicBezTo>
                  <a:cubicBezTo>
                    <a:pt x="8763" y="33909"/>
                    <a:pt x="7874" y="38354"/>
                    <a:pt x="7874" y="43053"/>
                  </a:cubicBezTo>
                  <a:cubicBezTo>
                    <a:pt x="7874" y="47752"/>
                    <a:pt x="8763" y="52197"/>
                    <a:pt x="10541" y="56515"/>
                  </a:cubicBezTo>
                  <a:cubicBezTo>
                    <a:pt x="12319" y="60833"/>
                    <a:pt x="14859" y="64643"/>
                    <a:pt x="18161" y="67945"/>
                  </a:cubicBezTo>
                  <a:lnTo>
                    <a:pt x="15367" y="70739"/>
                  </a:lnTo>
                  <a:lnTo>
                    <a:pt x="18161" y="67945"/>
                  </a:lnTo>
                  <a:cubicBezTo>
                    <a:pt x="21463" y="71247"/>
                    <a:pt x="25273" y="73787"/>
                    <a:pt x="29591" y="75565"/>
                  </a:cubicBezTo>
                  <a:cubicBezTo>
                    <a:pt x="33909" y="77343"/>
                    <a:pt x="38354" y="78232"/>
                    <a:pt x="43053" y="78232"/>
                  </a:cubicBezTo>
                  <a:cubicBezTo>
                    <a:pt x="47752" y="78232"/>
                    <a:pt x="52197" y="77343"/>
                    <a:pt x="56515" y="75565"/>
                  </a:cubicBezTo>
                  <a:cubicBezTo>
                    <a:pt x="60834" y="73787"/>
                    <a:pt x="64644" y="71247"/>
                    <a:pt x="67946" y="67945"/>
                  </a:cubicBezTo>
                  <a:cubicBezTo>
                    <a:pt x="71248" y="64643"/>
                    <a:pt x="73788" y="60833"/>
                    <a:pt x="75566" y="56515"/>
                  </a:cubicBezTo>
                  <a:lnTo>
                    <a:pt x="79122" y="58039"/>
                  </a:lnTo>
                  <a:lnTo>
                    <a:pt x="75566" y="56515"/>
                  </a:lnTo>
                  <a:cubicBezTo>
                    <a:pt x="77344" y="52197"/>
                    <a:pt x="78233" y="47752"/>
                    <a:pt x="78233" y="430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533757" y="4856037"/>
            <a:ext cx="83307" cy="83307"/>
            <a:chOff x="0" y="0"/>
            <a:chExt cx="85992" cy="859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5980" cy="86106"/>
            </a:xfrm>
            <a:custGeom>
              <a:avLst/>
              <a:gdLst/>
              <a:ahLst/>
              <a:cxnLst/>
              <a:rect r="r" b="b" t="t" l="l"/>
              <a:pathLst>
                <a:path h="86106" w="85980">
                  <a:moveTo>
                    <a:pt x="85980" y="43053"/>
                  </a:moveTo>
                  <a:cubicBezTo>
                    <a:pt x="85980" y="48768"/>
                    <a:pt x="84837" y="54229"/>
                    <a:pt x="82678" y="59563"/>
                  </a:cubicBezTo>
                  <a:cubicBezTo>
                    <a:pt x="80519" y="64770"/>
                    <a:pt x="77344" y="69469"/>
                    <a:pt x="73407" y="73533"/>
                  </a:cubicBezTo>
                  <a:lnTo>
                    <a:pt x="70613" y="70739"/>
                  </a:lnTo>
                  <a:lnTo>
                    <a:pt x="73407" y="73533"/>
                  </a:lnTo>
                  <a:cubicBezTo>
                    <a:pt x="69343" y="77597"/>
                    <a:pt x="64771" y="80645"/>
                    <a:pt x="59437" y="82804"/>
                  </a:cubicBezTo>
                  <a:lnTo>
                    <a:pt x="57913" y="79248"/>
                  </a:lnTo>
                  <a:lnTo>
                    <a:pt x="59437" y="82804"/>
                  </a:lnTo>
                  <a:cubicBezTo>
                    <a:pt x="54229" y="84963"/>
                    <a:pt x="48641" y="86106"/>
                    <a:pt x="42926" y="86106"/>
                  </a:cubicBezTo>
                  <a:lnTo>
                    <a:pt x="42926" y="82042"/>
                  </a:lnTo>
                  <a:lnTo>
                    <a:pt x="42926" y="85979"/>
                  </a:lnTo>
                  <a:cubicBezTo>
                    <a:pt x="37211" y="85979"/>
                    <a:pt x="31750" y="84836"/>
                    <a:pt x="26416" y="82677"/>
                  </a:cubicBezTo>
                  <a:lnTo>
                    <a:pt x="27940" y="79121"/>
                  </a:lnTo>
                  <a:lnTo>
                    <a:pt x="26416" y="82677"/>
                  </a:lnTo>
                  <a:cubicBezTo>
                    <a:pt x="21209" y="80518"/>
                    <a:pt x="16510" y="77343"/>
                    <a:pt x="12446" y="73406"/>
                  </a:cubicBezTo>
                  <a:lnTo>
                    <a:pt x="15240" y="70612"/>
                  </a:lnTo>
                  <a:lnTo>
                    <a:pt x="12446" y="73406"/>
                  </a:lnTo>
                  <a:cubicBezTo>
                    <a:pt x="8509" y="69342"/>
                    <a:pt x="5461" y="64770"/>
                    <a:pt x="3302" y="59436"/>
                  </a:cubicBezTo>
                  <a:lnTo>
                    <a:pt x="6858" y="57912"/>
                  </a:lnTo>
                  <a:lnTo>
                    <a:pt x="3302" y="59436"/>
                  </a:lnTo>
                  <a:cubicBezTo>
                    <a:pt x="1143" y="54229"/>
                    <a:pt x="0" y="48641"/>
                    <a:pt x="0" y="43053"/>
                  </a:cubicBezTo>
                  <a:lnTo>
                    <a:pt x="3937" y="43053"/>
                  </a:lnTo>
                  <a:lnTo>
                    <a:pt x="0" y="43053"/>
                  </a:lnTo>
                  <a:cubicBezTo>
                    <a:pt x="0" y="37338"/>
                    <a:pt x="1143" y="31877"/>
                    <a:pt x="3302" y="26543"/>
                  </a:cubicBezTo>
                  <a:lnTo>
                    <a:pt x="6858" y="28067"/>
                  </a:lnTo>
                  <a:lnTo>
                    <a:pt x="3302" y="26543"/>
                  </a:lnTo>
                  <a:cubicBezTo>
                    <a:pt x="5461" y="21336"/>
                    <a:pt x="8636" y="16637"/>
                    <a:pt x="12573" y="12573"/>
                  </a:cubicBezTo>
                  <a:cubicBezTo>
                    <a:pt x="16637" y="8509"/>
                    <a:pt x="21209" y="5461"/>
                    <a:pt x="26543" y="3302"/>
                  </a:cubicBezTo>
                  <a:lnTo>
                    <a:pt x="28067" y="6858"/>
                  </a:lnTo>
                  <a:lnTo>
                    <a:pt x="26543" y="3302"/>
                  </a:lnTo>
                  <a:cubicBezTo>
                    <a:pt x="31750" y="1143"/>
                    <a:pt x="37338" y="0"/>
                    <a:pt x="43053" y="0"/>
                  </a:cubicBezTo>
                  <a:lnTo>
                    <a:pt x="43053" y="3937"/>
                  </a:lnTo>
                  <a:lnTo>
                    <a:pt x="43053" y="0"/>
                  </a:lnTo>
                  <a:cubicBezTo>
                    <a:pt x="48768" y="0"/>
                    <a:pt x="54229" y="1143"/>
                    <a:pt x="59564" y="3302"/>
                  </a:cubicBezTo>
                  <a:lnTo>
                    <a:pt x="57913" y="6858"/>
                  </a:lnTo>
                  <a:lnTo>
                    <a:pt x="59437" y="3302"/>
                  </a:lnTo>
                  <a:cubicBezTo>
                    <a:pt x="64644" y="5461"/>
                    <a:pt x="69343" y="8636"/>
                    <a:pt x="73407" y="12573"/>
                  </a:cubicBezTo>
                  <a:lnTo>
                    <a:pt x="70613" y="15367"/>
                  </a:lnTo>
                  <a:lnTo>
                    <a:pt x="73407" y="12573"/>
                  </a:lnTo>
                  <a:cubicBezTo>
                    <a:pt x="77471" y="16637"/>
                    <a:pt x="80519" y="21209"/>
                    <a:pt x="82678" y="26543"/>
                  </a:cubicBezTo>
                  <a:cubicBezTo>
                    <a:pt x="84837" y="31750"/>
                    <a:pt x="85980" y="37338"/>
                    <a:pt x="85980" y="43053"/>
                  </a:cubicBezTo>
                  <a:lnTo>
                    <a:pt x="82043" y="43053"/>
                  </a:lnTo>
                  <a:lnTo>
                    <a:pt x="85980" y="43053"/>
                  </a:lnTo>
                  <a:moveTo>
                    <a:pt x="78106" y="43053"/>
                  </a:moveTo>
                  <a:cubicBezTo>
                    <a:pt x="78106" y="38354"/>
                    <a:pt x="77217" y="33909"/>
                    <a:pt x="75439" y="29591"/>
                  </a:cubicBezTo>
                  <a:lnTo>
                    <a:pt x="78995" y="28067"/>
                  </a:lnTo>
                  <a:lnTo>
                    <a:pt x="75439" y="29591"/>
                  </a:lnTo>
                  <a:cubicBezTo>
                    <a:pt x="73661" y="25273"/>
                    <a:pt x="71121" y="21463"/>
                    <a:pt x="67819" y="18161"/>
                  </a:cubicBezTo>
                  <a:cubicBezTo>
                    <a:pt x="64517" y="14859"/>
                    <a:pt x="60707" y="12319"/>
                    <a:pt x="56388" y="10541"/>
                  </a:cubicBezTo>
                  <a:cubicBezTo>
                    <a:pt x="52197" y="8763"/>
                    <a:pt x="47625" y="7874"/>
                    <a:pt x="43053" y="7874"/>
                  </a:cubicBezTo>
                  <a:cubicBezTo>
                    <a:pt x="38481" y="7874"/>
                    <a:pt x="33909" y="8763"/>
                    <a:pt x="29591" y="10541"/>
                  </a:cubicBezTo>
                  <a:cubicBezTo>
                    <a:pt x="25273" y="12319"/>
                    <a:pt x="21463" y="14859"/>
                    <a:pt x="18161" y="18161"/>
                  </a:cubicBezTo>
                  <a:lnTo>
                    <a:pt x="15367" y="15367"/>
                  </a:lnTo>
                  <a:lnTo>
                    <a:pt x="18161" y="18161"/>
                  </a:lnTo>
                  <a:cubicBezTo>
                    <a:pt x="14859" y="21463"/>
                    <a:pt x="12319" y="25273"/>
                    <a:pt x="10541" y="29591"/>
                  </a:cubicBezTo>
                  <a:cubicBezTo>
                    <a:pt x="8763" y="33909"/>
                    <a:pt x="7874" y="38354"/>
                    <a:pt x="7874" y="43053"/>
                  </a:cubicBezTo>
                  <a:cubicBezTo>
                    <a:pt x="7874" y="47752"/>
                    <a:pt x="8763" y="52197"/>
                    <a:pt x="10541" y="56515"/>
                  </a:cubicBezTo>
                  <a:cubicBezTo>
                    <a:pt x="12319" y="60833"/>
                    <a:pt x="14859" y="64643"/>
                    <a:pt x="18161" y="67945"/>
                  </a:cubicBezTo>
                  <a:cubicBezTo>
                    <a:pt x="21463" y="71247"/>
                    <a:pt x="25273" y="73787"/>
                    <a:pt x="29591" y="75565"/>
                  </a:cubicBezTo>
                  <a:cubicBezTo>
                    <a:pt x="33909" y="77343"/>
                    <a:pt x="38354" y="78232"/>
                    <a:pt x="43053" y="78232"/>
                  </a:cubicBezTo>
                  <a:cubicBezTo>
                    <a:pt x="47752" y="78232"/>
                    <a:pt x="52197" y="77343"/>
                    <a:pt x="56515" y="75565"/>
                  </a:cubicBezTo>
                  <a:cubicBezTo>
                    <a:pt x="60834" y="73787"/>
                    <a:pt x="64644" y="71247"/>
                    <a:pt x="67946" y="67945"/>
                  </a:cubicBezTo>
                  <a:cubicBezTo>
                    <a:pt x="71248" y="64643"/>
                    <a:pt x="73788" y="60833"/>
                    <a:pt x="75566" y="56515"/>
                  </a:cubicBezTo>
                  <a:lnTo>
                    <a:pt x="79122" y="58039"/>
                  </a:lnTo>
                  <a:lnTo>
                    <a:pt x="75566" y="56515"/>
                  </a:lnTo>
                  <a:cubicBezTo>
                    <a:pt x="77344" y="52197"/>
                    <a:pt x="78233" y="47752"/>
                    <a:pt x="78233" y="430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15689417" y="747208"/>
            <a:ext cx="1439060" cy="1419543"/>
          </a:xfrm>
          <a:custGeom>
            <a:avLst/>
            <a:gdLst/>
            <a:ahLst/>
            <a:cxnLst/>
            <a:rect r="r" b="b" t="t" l="l"/>
            <a:pathLst>
              <a:path h="1419543" w="1439060">
                <a:moveTo>
                  <a:pt x="0" y="0"/>
                </a:moveTo>
                <a:lnTo>
                  <a:pt x="1439060" y="0"/>
                </a:lnTo>
                <a:lnTo>
                  <a:pt x="1439060" y="1419544"/>
                </a:lnTo>
                <a:lnTo>
                  <a:pt x="0" y="14195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2384220" y="1181650"/>
            <a:ext cx="4436364" cy="55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b="true" sz="319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Hardware Ecosystem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091434" y="5651852"/>
            <a:ext cx="10018017" cy="346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b="true" sz="319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Expected Output</a:t>
            </a:r>
          </a:p>
          <a:p>
            <a:pPr algn="l">
              <a:lnSpc>
                <a:spcPts val="3559"/>
              </a:lnSpc>
            </a:pPr>
            <a:r>
              <a:rPr lang="en-US" b="true" sz="2325">
                <a:solidFill>
                  <a:srgbClr val="72D6FE"/>
                </a:solidFill>
                <a:latin typeface="Gotham Bold"/>
                <a:ea typeface="Gotham Bold"/>
                <a:cs typeface="Gotham Bold"/>
                <a:sym typeface="Gotham Bold"/>
              </a:rPr>
              <a:t>Early Detection :</a:t>
            </a:r>
            <a:r>
              <a:rPr lang="en-US" b="true" sz="2325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3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Reliable identification of approaching vehicles completely obscured by dense fog.</a:t>
            </a:r>
          </a:p>
          <a:p>
            <a:pPr algn="l">
              <a:lnSpc>
                <a:spcPts val="3559"/>
              </a:lnSpc>
            </a:pPr>
            <a:r>
              <a:rPr lang="en-US" b="true" sz="2325">
                <a:solidFill>
                  <a:srgbClr val="72D6FE"/>
                </a:solidFill>
                <a:latin typeface="Gotham Bold"/>
                <a:ea typeface="Gotham Bold"/>
                <a:cs typeface="Gotham Bold"/>
                <a:sym typeface="Gotham Bold"/>
              </a:rPr>
              <a:t>Immediate Alert :</a:t>
            </a:r>
            <a:r>
              <a:rPr lang="en-US" sz="23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Distinct visual and audible warnings delivered to the driver via the edge device with zero latency.</a:t>
            </a:r>
          </a:p>
          <a:p>
            <a:pPr algn="l">
              <a:lnSpc>
                <a:spcPts val="3559"/>
              </a:lnSpc>
            </a:pPr>
            <a:r>
              <a:rPr lang="en-US" b="true" sz="2325">
                <a:solidFill>
                  <a:srgbClr val="72D6FE"/>
                </a:solidFill>
                <a:latin typeface="Gotham Bold"/>
                <a:ea typeface="Gotham Bold"/>
                <a:cs typeface="Gotham Bold"/>
                <a:sym typeface="Gotham Bold"/>
              </a:rPr>
              <a:t>Ultimate Impact :</a:t>
            </a:r>
            <a:r>
              <a:rPr lang="en-US" sz="23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Significantly improved road safety and a drastic reduction in collisions under critical low-visibility conditions.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616180" y="1181650"/>
            <a:ext cx="4293954" cy="55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4"/>
              </a:lnSpc>
            </a:pPr>
            <a:r>
              <a:rPr lang="en-US" b="true" sz="319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Software Ecosystem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62157" y="2544984"/>
            <a:ext cx="1140066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Compute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62644" y="2544984"/>
            <a:ext cx="1212244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Output UI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74079" y="2870876"/>
            <a:ext cx="3107740" cy="5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STM32F401 / STM32F103 Cortex-M Microcontroller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874566" y="2870876"/>
            <a:ext cx="3337389" cy="86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OLED Display / LCD (16×2)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Warning LEDs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Buzzer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62157" y="3408350"/>
            <a:ext cx="1125477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Sensing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74079" y="3734242"/>
            <a:ext cx="3196234" cy="57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MEMS Microphone Sensor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MAX9814 / MAX4466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462644" y="3696142"/>
            <a:ext cx="2722357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Ancillary Components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874566" y="4022024"/>
            <a:ext cx="3347272" cy="86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USB Programmer / ST-Link</a:t>
            </a:r>
          </a:p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Breadboard</a:t>
            </a:r>
          </a:p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Power Supply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62157" y="4271716"/>
            <a:ext cx="1746931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Conditioning 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74079" y="4597599"/>
            <a:ext cx="3548240" cy="57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LM358 Operational Amplifier Used for signal amplification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920056" y="2539992"/>
            <a:ext cx="1572907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Environment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331978" y="2865884"/>
            <a:ext cx="1907852" cy="57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STM32CubeIDE STM32CubeMX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920056" y="3403358"/>
            <a:ext cx="2974004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Programming Language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331978" y="3729250"/>
            <a:ext cx="3363337" cy="86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Embedded C Programming Optimized for TinyML constraints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916520" y="2401089"/>
            <a:ext cx="1753104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Analysis Tools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328442" y="2726980"/>
            <a:ext cx="4130883" cy="115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MATLAB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Python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Used for initial signal analysis and algorithm modeling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916520" y="3840029"/>
            <a:ext cx="2980925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Simulation &amp; Debugging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328442" y="4127820"/>
            <a:ext cx="1816637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Serial Terminal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740484" y="4453712"/>
            <a:ext cx="1261437" cy="57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PuTTY Tera Term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328442" y="4991186"/>
            <a:ext cx="4002582" cy="32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Proteus (optional for simulation)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280" y="274356"/>
            <a:ext cx="16706764" cy="1765754"/>
            <a:chOff x="0" y="0"/>
            <a:chExt cx="22275686" cy="2354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125980" y="2576918"/>
            <a:ext cx="13761611" cy="3477934"/>
          </a:xfrm>
          <a:custGeom>
            <a:avLst/>
            <a:gdLst/>
            <a:ahLst/>
            <a:cxnLst/>
            <a:rect r="r" b="b" t="t" l="l"/>
            <a:pathLst>
              <a:path h="3477934" w="13761611">
                <a:moveTo>
                  <a:pt x="0" y="0"/>
                </a:moveTo>
                <a:lnTo>
                  <a:pt x="13761611" y="0"/>
                </a:lnTo>
                <a:lnTo>
                  <a:pt x="13761611" y="3477934"/>
                </a:lnTo>
                <a:lnTo>
                  <a:pt x="0" y="3477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62621" y="3650547"/>
            <a:ext cx="11530592" cy="238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64"/>
              </a:lnSpc>
            </a:pPr>
            <a:r>
              <a:rPr lang="en-US" b="true" sz="17564" spc="-6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DAHWkGJeJpU</dc:identifier>
  <dcterms:modified xsi:type="dcterms:W3CDTF">2011-08-01T06:04:30Z</dcterms:modified>
  <cp:revision>1</cp:revision>
  <dc:title>Review _0__GhostSense_Edge_AI_Fog_Detection</dc:title>
</cp:coreProperties>
</file>